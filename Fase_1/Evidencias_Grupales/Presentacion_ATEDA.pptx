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Glacial Indifference" panose="020B0604020202020204" charset="0"/>
      <p:regular r:id="rId18"/>
    </p:embeddedFont>
    <p:embeddedFont>
      <p:font typeface="Glacial Indifference Bold" panose="020B0604020202020204" charset="0"/>
      <p:regular r:id="rId19"/>
    </p:embeddedFont>
    <p:embeddedFont>
      <p:font typeface="Pol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3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jpe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3" Type="http://schemas.openxmlformats.org/officeDocument/2006/relationships/image" Target="../media/image16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23.svg"/><Relationship Id="rId5" Type="http://schemas.openxmlformats.org/officeDocument/2006/relationships/image" Target="../media/image18.svg"/><Relationship Id="rId10" Type="http://schemas.openxmlformats.org/officeDocument/2006/relationships/image" Target="../media/image22.svg"/><Relationship Id="rId4" Type="http://schemas.openxmlformats.org/officeDocument/2006/relationships/image" Target="../media/image17.pn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41.sv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svg"/><Relationship Id="rId9" Type="http://schemas.openxmlformats.org/officeDocument/2006/relationships/image" Target="../media/image3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9.svg"/><Relationship Id="rId7" Type="http://schemas.openxmlformats.org/officeDocument/2006/relationships/image" Target="../media/image4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46.svg"/><Relationship Id="rId5" Type="http://schemas.openxmlformats.org/officeDocument/2006/relationships/image" Target="../media/image21.svg"/><Relationship Id="rId10" Type="http://schemas.openxmlformats.org/officeDocument/2006/relationships/image" Target="../media/image45.svg"/><Relationship Id="rId4" Type="http://schemas.openxmlformats.org/officeDocument/2006/relationships/image" Target="../media/image20.svg"/><Relationship Id="rId9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58076" y="453196"/>
            <a:ext cx="3371848" cy="828913"/>
          </a:xfrm>
          <a:custGeom>
            <a:avLst/>
            <a:gdLst/>
            <a:ahLst/>
            <a:cxnLst/>
            <a:rect l="l" t="t" r="r" b="b"/>
            <a:pathLst>
              <a:path w="3371848" h="828913">
                <a:moveTo>
                  <a:pt x="0" y="0"/>
                </a:moveTo>
                <a:lnTo>
                  <a:pt x="3371848" y="0"/>
                </a:lnTo>
                <a:lnTo>
                  <a:pt x="3371848" y="828912"/>
                </a:lnTo>
                <a:lnTo>
                  <a:pt x="0" y="82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12246950" y="8629567"/>
            <a:ext cx="4416739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Integrante: Benjamin Tapia Vergara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91729" y="2626647"/>
            <a:ext cx="5504542" cy="41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3478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Proyecto portafolio de título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5960" y="1576427"/>
            <a:ext cx="5876081" cy="32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744" spc="18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INSTITUTO PROFESIONAL DUOC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64770" y="2082613"/>
            <a:ext cx="2358461" cy="2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2088" spc="13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SEDE ALAMEDA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1820" y="4999507"/>
            <a:ext cx="15224360" cy="253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818" spc="40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Sistema de alerta temprana para la identificación de estudiantes con posibles dificultades de aprendizaje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6023" y="3486089"/>
            <a:ext cx="3815953" cy="148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33"/>
              </a:lnSpc>
              <a:spcBef>
                <a:spcPct val="0"/>
              </a:spcBef>
            </a:pPr>
            <a:r>
              <a:rPr lang="en-US" sz="8666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ATEDA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61968" y="9072954"/>
            <a:ext cx="4601721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 guia: Felipe Krauss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4459" y="9542400"/>
            <a:ext cx="4601721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Santiago,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2739" y="-161925"/>
            <a:ext cx="6585280" cy="4429134"/>
            <a:chOff x="0" y="0"/>
            <a:chExt cx="1734395" cy="1166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4395" cy="1166521"/>
            </a:xfrm>
            <a:custGeom>
              <a:avLst/>
              <a:gdLst/>
              <a:ahLst/>
              <a:cxnLst/>
              <a:rect l="l" t="t" r="r" b="b"/>
              <a:pathLst>
                <a:path w="1734395" h="1166521">
                  <a:moveTo>
                    <a:pt x="0" y="0"/>
                  </a:moveTo>
                  <a:lnTo>
                    <a:pt x="1734395" y="0"/>
                  </a:lnTo>
                  <a:lnTo>
                    <a:pt x="1734395" y="1166521"/>
                  </a:lnTo>
                  <a:lnTo>
                    <a:pt x="0" y="1166521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34395" cy="1223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8341" y="2172020"/>
            <a:ext cx="1797079" cy="1662298"/>
          </a:xfrm>
          <a:custGeom>
            <a:avLst/>
            <a:gdLst/>
            <a:ahLst/>
            <a:cxnLst/>
            <a:rect l="l" t="t" r="r" b="b"/>
            <a:pathLst>
              <a:path w="1797079" h="1662298">
                <a:moveTo>
                  <a:pt x="0" y="0"/>
                </a:moveTo>
                <a:lnTo>
                  <a:pt x="1797080" y="0"/>
                </a:lnTo>
                <a:lnTo>
                  <a:pt x="1797080" y="1662298"/>
                </a:lnTo>
                <a:lnTo>
                  <a:pt x="0" y="166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1232892" y="1954755"/>
            <a:ext cx="1048734" cy="1048734"/>
          </a:xfrm>
          <a:custGeom>
            <a:avLst/>
            <a:gdLst/>
            <a:ahLst/>
            <a:cxnLst/>
            <a:rect l="l" t="t" r="r" b="b"/>
            <a:pathLst>
              <a:path w="1048734" h="1048734">
                <a:moveTo>
                  <a:pt x="0" y="0"/>
                </a:moveTo>
                <a:lnTo>
                  <a:pt x="1048733" y="0"/>
                </a:lnTo>
                <a:lnTo>
                  <a:pt x="1048733" y="1048734"/>
                </a:lnTo>
                <a:lnTo>
                  <a:pt x="0" y="1048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1028700" y="4862548"/>
            <a:ext cx="946677" cy="1646394"/>
          </a:xfrm>
          <a:custGeom>
            <a:avLst/>
            <a:gdLst/>
            <a:ahLst/>
            <a:cxnLst/>
            <a:rect l="l" t="t" r="r" b="b"/>
            <a:pathLst>
              <a:path w="946677" h="1646394">
                <a:moveTo>
                  <a:pt x="0" y="0"/>
                </a:moveTo>
                <a:lnTo>
                  <a:pt x="946677" y="0"/>
                </a:lnTo>
                <a:lnTo>
                  <a:pt x="946677" y="1646395"/>
                </a:lnTo>
                <a:lnTo>
                  <a:pt x="0" y="1646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5841539" y="4959877"/>
            <a:ext cx="1075130" cy="1569532"/>
          </a:xfrm>
          <a:custGeom>
            <a:avLst/>
            <a:gdLst/>
            <a:ahLst/>
            <a:cxnLst/>
            <a:rect l="l" t="t" r="r" b="b"/>
            <a:pathLst>
              <a:path w="1075130" h="1569532">
                <a:moveTo>
                  <a:pt x="0" y="0"/>
                </a:moveTo>
                <a:lnTo>
                  <a:pt x="1075129" y="0"/>
                </a:lnTo>
                <a:lnTo>
                  <a:pt x="1075129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3492597" y="4939410"/>
            <a:ext cx="886786" cy="1569532"/>
          </a:xfrm>
          <a:custGeom>
            <a:avLst/>
            <a:gdLst/>
            <a:ahLst/>
            <a:cxnLst/>
            <a:rect l="l" t="t" r="r" b="b"/>
            <a:pathLst>
              <a:path w="886786" h="1569532">
                <a:moveTo>
                  <a:pt x="0" y="0"/>
                </a:moveTo>
                <a:lnTo>
                  <a:pt x="886785" y="0"/>
                </a:lnTo>
                <a:lnTo>
                  <a:pt x="886785" y="1569533"/>
                </a:lnTo>
                <a:lnTo>
                  <a:pt x="0" y="156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8388751" y="4985683"/>
            <a:ext cx="930982" cy="1569532"/>
          </a:xfrm>
          <a:custGeom>
            <a:avLst/>
            <a:gdLst/>
            <a:ahLst/>
            <a:cxnLst/>
            <a:rect l="l" t="t" r="r" b="b"/>
            <a:pathLst>
              <a:path w="930982" h="1569532">
                <a:moveTo>
                  <a:pt x="0" y="0"/>
                </a:moveTo>
                <a:lnTo>
                  <a:pt x="930982" y="0"/>
                </a:lnTo>
                <a:lnTo>
                  <a:pt x="930982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018" t="-58382" r="-120637" b="-32083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AutoShape 11"/>
          <p:cNvSpPr/>
          <p:nvPr/>
        </p:nvSpPr>
        <p:spPr>
          <a:xfrm>
            <a:off x="1437507" y="7372314"/>
            <a:ext cx="9147479" cy="0"/>
          </a:xfrm>
          <a:prstGeom prst="line">
            <a:avLst/>
          </a:prstGeom>
          <a:ln w="95250" cap="flat">
            <a:solidFill>
              <a:srgbClr val="001E32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2" name="AutoShape 12"/>
          <p:cNvSpPr/>
          <p:nvPr/>
        </p:nvSpPr>
        <p:spPr>
          <a:xfrm>
            <a:off x="1486971" y="6794931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grpSp>
        <p:nvGrpSpPr>
          <p:cNvPr id="13" name="Group 13"/>
          <p:cNvGrpSpPr/>
          <p:nvPr/>
        </p:nvGrpSpPr>
        <p:grpSpPr>
          <a:xfrm>
            <a:off x="10459537" y="7076827"/>
            <a:ext cx="979765" cy="590974"/>
            <a:chOff x="0" y="0"/>
            <a:chExt cx="805739" cy="4860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5739" cy="486005"/>
            </a:xfrm>
            <a:custGeom>
              <a:avLst/>
              <a:gdLst/>
              <a:ahLst/>
              <a:cxnLst/>
              <a:rect l="l" t="t" r="r" b="b"/>
              <a:pathLst>
                <a:path w="805739" h="486005">
                  <a:moveTo>
                    <a:pt x="805739" y="243003"/>
                  </a:moveTo>
                  <a:lnTo>
                    <a:pt x="399339" y="0"/>
                  </a:lnTo>
                  <a:lnTo>
                    <a:pt x="399339" y="203200"/>
                  </a:lnTo>
                  <a:lnTo>
                    <a:pt x="0" y="203200"/>
                  </a:lnTo>
                  <a:lnTo>
                    <a:pt x="0" y="282805"/>
                  </a:lnTo>
                  <a:lnTo>
                    <a:pt x="399339" y="282805"/>
                  </a:lnTo>
                  <a:lnTo>
                    <a:pt x="399339" y="486005"/>
                  </a:lnTo>
                  <a:lnTo>
                    <a:pt x="805739" y="243003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46050"/>
              <a:ext cx="704139" cy="136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2711480" y="7349831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7" name="AutoShape 17"/>
          <p:cNvSpPr/>
          <p:nvPr/>
        </p:nvSpPr>
        <p:spPr>
          <a:xfrm>
            <a:off x="5792075" y="7372314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8" name="Freeform 18"/>
          <p:cNvSpPr/>
          <p:nvPr/>
        </p:nvSpPr>
        <p:spPr>
          <a:xfrm>
            <a:off x="2342312" y="8423968"/>
            <a:ext cx="637003" cy="637003"/>
          </a:xfrm>
          <a:custGeom>
            <a:avLst/>
            <a:gdLst/>
            <a:ahLst/>
            <a:cxnLst/>
            <a:rect l="l" t="t" r="r" b="b"/>
            <a:pathLst>
              <a:path w="637003" h="637003">
                <a:moveTo>
                  <a:pt x="0" y="0"/>
                </a:moveTo>
                <a:lnTo>
                  <a:pt x="637004" y="0"/>
                </a:lnTo>
                <a:lnTo>
                  <a:pt x="637004" y="637003"/>
                </a:lnTo>
                <a:lnTo>
                  <a:pt x="0" y="637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9" name="AutoShape 19"/>
          <p:cNvSpPr/>
          <p:nvPr/>
        </p:nvSpPr>
        <p:spPr>
          <a:xfrm>
            <a:off x="7422180" y="7372314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20" name="Freeform 20"/>
          <p:cNvSpPr/>
          <p:nvPr/>
        </p:nvSpPr>
        <p:spPr>
          <a:xfrm rot="8314776">
            <a:off x="9460339" y="8314388"/>
            <a:ext cx="683462" cy="683462"/>
          </a:xfrm>
          <a:custGeom>
            <a:avLst/>
            <a:gdLst/>
            <a:ahLst/>
            <a:cxnLst/>
            <a:rect l="l" t="t" r="r" b="b"/>
            <a:pathLst>
              <a:path w="683462" h="683462">
                <a:moveTo>
                  <a:pt x="0" y="0"/>
                </a:moveTo>
                <a:lnTo>
                  <a:pt x="683462" y="0"/>
                </a:lnTo>
                <a:lnTo>
                  <a:pt x="683462" y="683461"/>
                </a:lnTo>
                <a:lnTo>
                  <a:pt x="0" y="683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1" name="Freeform 21"/>
          <p:cNvSpPr/>
          <p:nvPr/>
        </p:nvSpPr>
        <p:spPr>
          <a:xfrm>
            <a:off x="5445725" y="8572886"/>
            <a:ext cx="692699" cy="839635"/>
          </a:xfrm>
          <a:custGeom>
            <a:avLst/>
            <a:gdLst/>
            <a:ahLst/>
            <a:cxnLst/>
            <a:rect l="l" t="t" r="r" b="b"/>
            <a:pathLst>
              <a:path w="692699" h="839635">
                <a:moveTo>
                  <a:pt x="0" y="0"/>
                </a:moveTo>
                <a:lnTo>
                  <a:pt x="692699" y="0"/>
                </a:lnTo>
                <a:lnTo>
                  <a:pt x="692699" y="839635"/>
                </a:lnTo>
                <a:lnTo>
                  <a:pt x="0" y="8396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2" name="Freeform 22"/>
          <p:cNvSpPr/>
          <p:nvPr/>
        </p:nvSpPr>
        <p:spPr>
          <a:xfrm>
            <a:off x="5207397" y="8370221"/>
            <a:ext cx="392280" cy="392280"/>
          </a:xfrm>
          <a:custGeom>
            <a:avLst/>
            <a:gdLst/>
            <a:ahLst/>
            <a:cxnLst/>
            <a:rect l="l" t="t" r="r" b="b"/>
            <a:pathLst>
              <a:path w="392280" h="392280">
                <a:moveTo>
                  <a:pt x="0" y="0"/>
                </a:moveTo>
                <a:lnTo>
                  <a:pt x="392280" y="0"/>
                </a:lnTo>
                <a:lnTo>
                  <a:pt x="392280" y="392280"/>
                </a:lnTo>
                <a:lnTo>
                  <a:pt x="0" y="392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3" name="AutoShape 23"/>
          <p:cNvSpPr/>
          <p:nvPr/>
        </p:nvSpPr>
        <p:spPr>
          <a:xfrm flipH="1">
            <a:off x="6280176" y="6701742"/>
            <a:ext cx="0" cy="75017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24" name="Freeform 24"/>
          <p:cNvSpPr/>
          <p:nvPr/>
        </p:nvSpPr>
        <p:spPr>
          <a:xfrm>
            <a:off x="6153611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5" name="Freeform 25"/>
          <p:cNvSpPr/>
          <p:nvPr/>
        </p:nvSpPr>
        <p:spPr>
          <a:xfrm>
            <a:off x="7295615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6" name="Freeform 26"/>
          <p:cNvSpPr/>
          <p:nvPr/>
        </p:nvSpPr>
        <p:spPr>
          <a:xfrm>
            <a:off x="5665510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7" name="AutoShape 27"/>
          <p:cNvSpPr/>
          <p:nvPr/>
        </p:nvSpPr>
        <p:spPr>
          <a:xfrm>
            <a:off x="8769798" y="6701742"/>
            <a:ext cx="0" cy="800836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28" name="Freeform 28"/>
          <p:cNvSpPr/>
          <p:nvPr/>
        </p:nvSpPr>
        <p:spPr>
          <a:xfrm>
            <a:off x="8643233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9" name="AutoShape 29"/>
          <p:cNvSpPr/>
          <p:nvPr/>
        </p:nvSpPr>
        <p:spPr>
          <a:xfrm flipH="1">
            <a:off x="3939743" y="6701742"/>
            <a:ext cx="0" cy="75017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30" name="Freeform 30"/>
          <p:cNvSpPr/>
          <p:nvPr/>
        </p:nvSpPr>
        <p:spPr>
          <a:xfrm>
            <a:off x="3813178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1" name="Freeform 31"/>
          <p:cNvSpPr/>
          <p:nvPr/>
        </p:nvSpPr>
        <p:spPr>
          <a:xfrm>
            <a:off x="2584915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2" name="Freeform 32"/>
          <p:cNvSpPr/>
          <p:nvPr/>
        </p:nvSpPr>
        <p:spPr>
          <a:xfrm>
            <a:off x="6692234" y="8317283"/>
            <a:ext cx="1713021" cy="1533154"/>
          </a:xfrm>
          <a:custGeom>
            <a:avLst/>
            <a:gdLst/>
            <a:ahLst/>
            <a:cxnLst/>
            <a:rect l="l" t="t" r="r" b="b"/>
            <a:pathLst>
              <a:path w="1713021" h="1533154">
                <a:moveTo>
                  <a:pt x="0" y="0"/>
                </a:moveTo>
                <a:lnTo>
                  <a:pt x="1713021" y="0"/>
                </a:lnTo>
                <a:lnTo>
                  <a:pt x="1713021" y="1533153"/>
                </a:lnTo>
                <a:lnTo>
                  <a:pt x="0" y="15331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3" name="AutoShape 33"/>
          <p:cNvSpPr/>
          <p:nvPr/>
        </p:nvSpPr>
        <p:spPr>
          <a:xfrm>
            <a:off x="9802070" y="7372314"/>
            <a:ext cx="13207" cy="816437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34" name="Freeform 34"/>
          <p:cNvSpPr/>
          <p:nvPr/>
        </p:nvSpPr>
        <p:spPr>
          <a:xfrm>
            <a:off x="9675505" y="7245749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5" name="Group 35"/>
          <p:cNvGrpSpPr/>
          <p:nvPr/>
        </p:nvGrpSpPr>
        <p:grpSpPr>
          <a:xfrm>
            <a:off x="4235543" y="1838005"/>
            <a:ext cx="5277101" cy="2405418"/>
            <a:chOff x="0" y="0"/>
            <a:chExt cx="1389854" cy="63352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89854" cy="633526"/>
            </a:xfrm>
            <a:custGeom>
              <a:avLst/>
              <a:gdLst/>
              <a:ahLst/>
              <a:cxnLst/>
              <a:rect l="l" t="t" r="r" b="b"/>
              <a:pathLst>
                <a:path w="1389854" h="633526">
                  <a:moveTo>
                    <a:pt x="74821" y="0"/>
                  </a:moveTo>
                  <a:lnTo>
                    <a:pt x="1315033" y="0"/>
                  </a:lnTo>
                  <a:cubicBezTo>
                    <a:pt x="1356355" y="0"/>
                    <a:pt x="1389854" y="33499"/>
                    <a:pt x="1389854" y="74821"/>
                  </a:cubicBezTo>
                  <a:lnTo>
                    <a:pt x="1389854" y="558705"/>
                  </a:lnTo>
                  <a:cubicBezTo>
                    <a:pt x="1389854" y="600027"/>
                    <a:pt x="1356355" y="633526"/>
                    <a:pt x="1315033" y="633526"/>
                  </a:cubicBezTo>
                  <a:lnTo>
                    <a:pt x="74821" y="633526"/>
                  </a:lnTo>
                  <a:cubicBezTo>
                    <a:pt x="33498" y="633526"/>
                    <a:pt x="0" y="600027"/>
                    <a:pt x="0" y="558705"/>
                  </a:cubicBezTo>
                  <a:lnTo>
                    <a:pt x="0" y="74821"/>
                  </a:lnTo>
                  <a:cubicBezTo>
                    <a:pt x="0" y="33498"/>
                    <a:pt x="33499" y="0"/>
                    <a:pt x="74821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389854" cy="690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50000" y="1857385"/>
            <a:ext cx="5246151" cy="2363748"/>
            <a:chOff x="0" y="0"/>
            <a:chExt cx="1381702" cy="62255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81702" cy="622551"/>
            </a:xfrm>
            <a:custGeom>
              <a:avLst/>
              <a:gdLst/>
              <a:ahLst/>
              <a:cxnLst/>
              <a:rect l="l" t="t" r="r" b="b"/>
              <a:pathLst>
                <a:path w="1381702" h="622551">
                  <a:moveTo>
                    <a:pt x="75262" y="0"/>
                  </a:moveTo>
                  <a:lnTo>
                    <a:pt x="1306440" y="0"/>
                  </a:lnTo>
                  <a:cubicBezTo>
                    <a:pt x="1348006" y="0"/>
                    <a:pt x="1381702" y="33696"/>
                    <a:pt x="1381702" y="75262"/>
                  </a:cubicBezTo>
                  <a:lnTo>
                    <a:pt x="1381702" y="547288"/>
                  </a:lnTo>
                  <a:cubicBezTo>
                    <a:pt x="1381702" y="588855"/>
                    <a:pt x="1348006" y="622551"/>
                    <a:pt x="1306440" y="622551"/>
                  </a:cubicBezTo>
                  <a:lnTo>
                    <a:pt x="75262" y="622551"/>
                  </a:lnTo>
                  <a:cubicBezTo>
                    <a:pt x="33696" y="622551"/>
                    <a:pt x="0" y="588855"/>
                    <a:pt x="0" y="547288"/>
                  </a:cubicBezTo>
                  <a:lnTo>
                    <a:pt x="0" y="75262"/>
                  </a:lnTo>
                  <a:cubicBezTo>
                    <a:pt x="0" y="33696"/>
                    <a:pt x="33696" y="0"/>
                    <a:pt x="75262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1381702" cy="679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852739" y="4267209"/>
            <a:ext cx="7307748" cy="6241247"/>
            <a:chOff x="0" y="0"/>
            <a:chExt cx="986702" cy="84270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86702" cy="842701"/>
            </a:xfrm>
            <a:custGeom>
              <a:avLst/>
              <a:gdLst/>
              <a:ahLst/>
              <a:cxnLst/>
              <a:rect l="l" t="t" r="r" b="b"/>
              <a:pathLst>
                <a:path w="986702" h="842701">
                  <a:moveTo>
                    <a:pt x="0" y="0"/>
                  </a:moveTo>
                  <a:lnTo>
                    <a:pt x="986702" y="0"/>
                  </a:lnTo>
                  <a:lnTo>
                    <a:pt x="986702" y="842701"/>
                  </a:lnTo>
                  <a:lnTo>
                    <a:pt x="0" y="842701"/>
                  </a:lnTo>
                  <a:close/>
                </a:path>
              </a:pathLst>
            </a:custGeom>
            <a:blipFill>
              <a:blip r:embed="rId13"/>
              <a:stretch>
                <a:fillRect l="-48127" t="-19088" r="-481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638341" y="478867"/>
            <a:ext cx="6702996" cy="85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1"/>
              </a:lnSpc>
            </a:pPr>
            <a:r>
              <a:rPr lang="en-US" sz="5559" spc="-172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Problema y Relevancia</a:t>
            </a:r>
          </a:p>
        </p:txBody>
      </p:sp>
      <p:sp>
        <p:nvSpPr>
          <p:cNvPr id="44" name="TextBox 44"/>
          <p:cNvSpPr txBox="1"/>
          <p:nvPr/>
        </p:nvSpPr>
        <p:spPr>
          <a:xfrm rot="-675323">
            <a:off x="2461997" y="8517276"/>
            <a:ext cx="395774" cy="4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839" spc="-88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3,7</a:t>
            </a:r>
          </a:p>
        </p:txBody>
      </p:sp>
      <p:sp>
        <p:nvSpPr>
          <p:cNvPr id="45" name="TextBox 45"/>
          <p:cNvSpPr txBox="1"/>
          <p:nvPr/>
        </p:nvSpPr>
        <p:spPr>
          <a:xfrm rot="405251">
            <a:off x="9618559" y="8389785"/>
            <a:ext cx="444910" cy="41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spc="-83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2,9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409682" y="2107329"/>
            <a:ext cx="4930925" cy="185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371" lvl="1" indent="-326685" algn="l">
              <a:lnSpc>
                <a:spcPts val="3631"/>
              </a:lnSpc>
              <a:buFont typeface="Arial"/>
              <a:buChar char="•"/>
            </a:pPr>
            <a:r>
              <a:rPr lang="en-US" sz="3026" spc="-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Baja en las calificaciones</a:t>
            </a:r>
          </a:p>
          <a:p>
            <a:pPr marL="653371" lvl="1" indent="-326685" algn="l">
              <a:lnSpc>
                <a:spcPts val="3631"/>
              </a:lnSpc>
              <a:buFont typeface="Arial"/>
              <a:buChar char="•"/>
            </a:pPr>
            <a:r>
              <a:rPr lang="en-US" sz="3026" spc="-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Observación docente</a:t>
            </a:r>
          </a:p>
          <a:p>
            <a:pPr marL="653371" lvl="1" indent="-326685" algn="l">
              <a:lnSpc>
                <a:spcPts val="3631"/>
              </a:lnSpc>
              <a:buFont typeface="Arial"/>
              <a:buChar char="•"/>
            </a:pPr>
            <a:r>
              <a:rPr lang="en-US" sz="3026" spc="-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Variación en la asistencia</a:t>
            </a:r>
          </a:p>
          <a:p>
            <a:pPr marL="653371" lvl="1" indent="-326685" algn="l">
              <a:lnSpc>
                <a:spcPts val="3631"/>
              </a:lnSpc>
              <a:buFont typeface="Arial"/>
              <a:buChar char="•"/>
            </a:pPr>
            <a:r>
              <a:rPr lang="en-US" sz="3026" spc="-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Anotaciones negativas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064192" y="1150546"/>
            <a:ext cx="6162374" cy="159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5220" spc="-161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Evaluación psicopedagógica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82880"/>
            <a:ext cx="10652760" cy="106527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72224" y="2360868"/>
            <a:ext cx="9784432" cy="5565264"/>
            <a:chOff x="0" y="0"/>
            <a:chExt cx="2576970" cy="14657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970" cy="1465749"/>
            </a:xfrm>
            <a:custGeom>
              <a:avLst/>
              <a:gdLst/>
              <a:ahLst/>
              <a:cxnLst/>
              <a:rect l="l" t="t" r="r" b="b"/>
              <a:pathLst>
                <a:path w="2576970" h="1465749">
                  <a:moveTo>
                    <a:pt x="0" y="0"/>
                  </a:moveTo>
                  <a:lnTo>
                    <a:pt x="2576970" y="0"/>
                  </a:lnTo>
                  <a:lnTo>
                    <a:pt x="2576970" y="1465749"/>
                  </a:lnTo>
                  <a:lnTo>
                    <a:pt x="0" y="1465749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76970" cy="1522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06034" y="3114507"/>
            <a:ext cx="6916811" cy="105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43"/>
              </a:lnSpc>
            </a:pPr>
            <a:r>
              <a:rPr lang="en-US" sz="8399" spc="-260">
                <a:solidFill>
                  <a:srgbClr val="EAEAE8"/>
                </a:solidFill>
                <a:latin typeface="Poly"/>
                <a:ea typeface="Poly"/>
                <a:cs typeface="Poly"/>
                <a:sym typeface="Poly"/>
              </a:rPr>
              <a:t>ATEDA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2844" y="4363036"/>
            <a:ext cx="8403192" cy="295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4"/>
              </a:lnSpc>
            </a:pPr>
            <a:r>
              <a:rPr lang="en-US" sz="45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alerta temprana para la identificación de estudiantes con posibles dificultades de aprendizaje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8635" y="2622231"/>
            <a:ext cx="1456750" cy="1843988"/>
          </a:xfrm>
          <a:custGeom>
            <a:avLst/>
            <a:gdLst/>
            <a:ahLst/>
            <a:cxnLst/>
            <a:rect l="l" t="t" r="r" b="b"/>
            <a:pathLst>
              <a:path w="1456750" h="1843988">
                <a:moveTo>
                  <a:pt x="0" y="0"/>
                </a:moveTo>
                <a:lnTo>
                  <a:pt x="1456751" y="0"/>
                </a:lnTo>
                <a:lnTo>
                  <a:pt x="1456751" y="1843988"/>
                </a:lnTo>
                <a:lnTo>
                  <a:pt x="0" y="184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968555" y="6562529"/>
            <a:ext cx="1684833" cy="1684833"/>
          </a:xfrm>
          <a:custGeom>
            <a:avLst/>
            <a:gdLst/>
            <a:ahLst/>
            <a:cxnLst/>
            <a:rect l="l" t="t" r="r" b="b"/>
            <a:pathLst>
              <a:path w="1684833" h="1684833">
                <a:moveTo>
                  <a:pt x="0" y="0"/>
                </a:moveTo>
                <a:lnTo>
                  <a:pt x="1684833" y="0"/>
                </a:lnTo>
                <a:lnTo>
                  <a:pt x="1684833" y="1684833"/>
                </a:lnTo>
                <a:lnTo>
                  <a:pt x="0" y="1684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3138232" y="4278548"/>
            <a:ext cx="1270492" cy="1910515"/>
          </a:xfrm>
          <a:custGeom>
            <a:avLst/>
            <a:gdLst/>
            <a:ahLst/>
            <a:cxnLst/>
            <a:rect l="l" t="t" r="r" b="b"/>
            <a:pathLst>
              <a:path w="1270492" h="1910515">
                <a:moveTo>
                  <a:pt x="0" y="0"/>
                </a:moveTo>
                <a:lnTo>
                  <a:pt x="1270492" y="0"/>
                </a:lnTo>
                <a:lnTo>
                  <a:pt x="1270492" y="1910515"/>
                </a:lnTo>
                <a:lnTo>
                  <a:pt x="0" y="1910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 rot="-5400000">
            <a:off x="6521173" y="1911628"/>
            <a:ext cx="6308438" cy="6605694"/>
          </a:xfrm>
          <a:custGeom>
            <a:avLst/>
            <a:gdLst/>
            <a:ahLst/>
            <a:cxnLst/>
            <a:rect l="l" t="t" r="r" b="b"/>
            <a:pathLst>
              <a:path w="6308438" h="6605694">
                <a:moveTo>
                  <a:pt x="0" y="0"/>
                </a:moveTo>
                <a:lnTo>
                  <a:pt x="6308438" y="0"/>
                </a:lnTo>
                <a:lnTo>
                  <a:pt x="6308438" y="6605694"/>
                </a:lnTo>
                <a:lnTo>
                  <a:pt x="0" y="660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6" name="Group 6"/>
          <p:cNvGrpSpPr/>
          <p:nvPr/>
        </p:nvGrpSpPr>
        <p:grpSpPr>
          <a:xfrm>
            <a:off x="9144000" y="4733529"/>
            <a:ext cx="2263992" cy="1031977"/>
            <a:chOff x="0" y="0"/>
            <a:chExt cx="1389854" cy="6335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9854" cy="633526"/>
            </a:xfrm>
            <a:custGeom>
              <a:avLst/>
              <a:gdLst/>
              <a:ahLst/>
              <a:cxnLst/>
              <a:rect l="l" t="t" r="r" b="b"/>
              <a:pathLst>
                <a:path w="1389854" h="633526">
                  <a:moveTo>
                    <a:pt x="174399" y="0"/>
                  </a:moveTo>
                  <a:lnTo>
                    <a:pt x="1215455" y="0"/>
                  </a:lnTo>
                  <a:cubicBezTo>
                    <a:pt x="1261708" y="0"/>
                    <a:pt x="1306067" y="18374"/>
                    <a:pt x="1338773" y="51080"/>
                  </a:cubicBezTo>
                  <a:cubicBezTo>
                    <a:pt x="1371480" y="83786"/>
                    <a:pt x="1389854" y="128146"/>
                    <a:pt x="1389854" y="174399"/>
                  </a:cubicBezTo>
                  <a:lnTo>
                    <a:pt x="1389854" y="459127"/>
                  </a:lnTo>
                  <a:cubicBezTo>
                    <a:pt x="1389854" y="555445"/>
                    <a:pt x="1311773" y="633526"/>
                    <a:pt x="1215455" y="633526"/>
                  </a:cubicBezTo>
                  <a:lnTo>
                    <a:pt x="174399" y="633526"/>
                  </a:lnTo>
                  <a:cubicBezTo>
                    <a:pt x="78081" y="633526"/>
                    <a:pt x="0" y="555445"/>
                    <a:pt x="0" y="459127"/>
                  </a:cubicBezTo>
                  <a:lnTo>
                    <a:pt x="0" y="174399"/>
                  </a:lnTo>
                  <a:cubicBezTo>
                    <a:pt x="0" y="78081"/>
                    <a:pt x="78081" y="0"/>
                    <a:pt x="174399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389854" cy="690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50202" y="4741843"/>
            <a:ext cx="2250714" cy="1014099"/>
            <a:chOff x="0" y="0"/>
            <a:chExt cx="1381702" cy="6225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1702" cy="622551"/>
            </a:xfrm>
            <a:custGeom>
              <a:avLst/>
              <a:gdLst/>
              <a:ahLst/>
              <a:cxnLst/>
              <a:rect l="l" t="t" r="r" b="b"/>
              <a:pathLst>
                <a:path w="1381702" h="622551">
                  <a:moveTo>
                    <a:pt x="175428" y="0"/>
                  </a:moveTo>
                  <a:lnTo>
                    <a:pt x="1206275" y="0"/>
                  </a:lnTo>
                  <a:cubicBezTo>
                    <a:pt x="1303161" y="0"/>
                    <a:pt x="1381702" y="78542"/>
                    <a:pt x="1381702" y="175428"/>
                  </a:cubicBezTo>
                  <a:lnTo>
                    <a:pt x="1381702" y="447123"/>
                  </a:lnTo>
                  <a:cubicBezTo>
                    <a:pt x="1381702" y="544009"/>
                    <a:pt x="1303161" y="622551"/>
                    <a:pt x="1206275" y="622551"/>
                  </a:cubicBezTo>
                  <a:lnTo>
                    <a:pt x="175428" y="622551"/>
                  </a:lnTo>
                  <a:cubicBezTo>
                    <a:pt x="78542" y="622551"/>
                    <a:pt x="0" y="544009"/>
                    <a:pt x="0" y="447123"/>
                  </a:cubicBezTo>
                  <a:lnTo>
                    <a:pt x="0" y="175428"/>
                  </a:lnTo>
                  <a:cubicBezTo>
                    <a:pt x="0" y="78542"/>
                    <a:pt x="78542" y="0"/>
                    <a:pt x="175428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381702" cy="679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797651" y="1372167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Freeform 13"/>
          <p:cNvSpPr/>
          <p:nvPr/>
        </p:nvSpPr>
        <p:spPr>
          <a:xfrm>
            <a:off x="15848553" y="1420098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Freeform 14"/>
          <p:cNvSpPr/>
          <p:nvPr/>
        </p:nvSpPr>
        <p:spPr>
          <a:xfrm>
            <a:off x="15797651" y="7405252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Freeform 15"/>
          <p:cNvSpPr/>
          <p:nvPr/>
        </p:nvSpPr>
        <p:spPr>
          <a:xfrm>
            <a:off x="15848553" y="7456155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6"/>
          <p:cNvSpPr/>
          <p:nvPr/>
        </p:nvSpPr>
        <p:spPr>
          <a:xfrm>
            <a:off x="15797651" y="3380018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Freeform 17"/>
          <p:cNvSpPr/>
          <p:nvPr/>
        </p:nvSpPr>
        <p:spPr>
          <a:xfrm>
            <a:off x="15848553" y="3430920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Freeform 18"/>
          <p:cNvSpPr/>
          <p:nvPr/>
        </p:nvSpPr>
        <p:spPr>
          <a:xfrm>
            <a:off x="15797651" y="5398725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9" name="Freeform 19"/>
          <p:cNvSpPr/>
          <p:nvPr/>
        </p:nvSpPr>
        <p:spPr>
          <a:xfrm>
            <a:off x="15848553" y="5445332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0" name="Freeform 20"/>
          <p:cNvSpPr/>
          <p:nvPr/>
        </p:nvSpPr>
        <p:spPr>
          <a:xfrm rot="-5400000">
            <a:off x="4341923" y="4419664"/>
            <a:ext cx="2269891" cy="1520827"/>
          </a:xfrm>
          <a:custGeom>
            <a:avLst/>
            <a:gdLst/>
            <a:ahLst/>
            <a:cxnLst/>
            <a:rect l="l" t="t" r="r" b="b"/>
            <a:pathLst>
              <a:path w="2269891" h="1520827">
                <a:moveTo>
                  <a:pt x="0" y="0"/>
                </a:moveTo>
                <a:lnTo>
                  <a:pt x="2269890" y="0"/>
                </a:lnTo>
                <a:lnTo>
                  <a:pt x="2269890" y="1520827"/>
                </a:lnTo>
                <a:lnTo>
                  <a:pt x="0" y="1520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1" name="Freeform 21"/>
          <p:cNvSpPr/>
          <p:nvPr/>
        </p:nvSpPr>
        <p:spPr>
          <a:xfrm>
            <a:off x="13444965" y="3466064"/>
            <a:ext cx="1414959" cy="1513325"/>
          </a:xfrm>
          <a:custGeom>
            <a:avLst/>
            <a:gdLst/>
            <a:ahLst/>
            <a:cxnLst/>
            <a:rect l="l" t="t" r="r" b="b"/>
            <a:pathLst>
              <a:path w="1414959" h="1513325">
                <a:moveTo>
                  <a:pt x="0" y="0"/>
                </a:moveTo>
                <a:lnTo>
                  <a:pt x="1414958" y="0"/>
                </a:lnTo>
                <a:lnTo>
                  <a:pt x="1414958" y="1513325"/>
                </a:lnTo>
                <a:lnTo>
                  <a:pt x="0" y="1513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sp>
        <p:nvSpPr>
          <p:cNvPr id="22" name="Freeform 22"/>
          <p:cNvSpPr/>
          <p:nvPr/>
        </p:nvSpPr>
        <p:spPr>
          <a:xfrm flipV="1">
            <a:off x="13444965" y="5449562"/>
            <a:ext cx="1414959" cy="1513325"/>
          </a:xfrm>
          <a:custGeom>
            <a:avLst/>
            <a:gdLst/>
            <a:ahLst/>
            <a:cxnLst/>
            <a:rect l="l" t="t" r="r" b="b"/>
            <a:pathLst>
              <a:path w="1414959" h="1513325">
                <a:moveTo>
                  <a:pt x="0" y="1513325"/>
                </a:moveTo>
                <a:lnTo>
                  <a:pt x="1414958" y="1513325"/>
                </a:lnTo>
                <a:lnTo>
                  <a:pt x="1414958" y="0"/>
                </a:lnTo>
                <a:lnTo>
                  <a:pt x="0" y="0"/>
                </a:lnTo>
                <a:lnTo>
                  <a:pt x="0" y="15133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sp>
        <p:nvSpPr>
          <p:cNvPr id="23" name="Freeform 23"/>
          <p:cNvSpPr/>
          <p:nvPr/>
        </p:nvSpPr>
        <p:spPr>
          <a:xfrm>
            <a:off x="13444965" y="5114111"/>
            <a:ext cx="1724931" cy="284614"/>
          </a:xfrm>
          <a:custGeom>
            <a:avLst/>
            <a:gdLst/>
            <a:ahLst/>
            <a:cxnLst/>
            <a:rect l="l" t="t" r="r" b="b"/>
            <a:pathLst>
              <a:path w="1724931" h="284614">
                <a:moveTo>
                  <a:pt x="0" y="0"/>
                </a:moveTo>
                <a:lnTo>
                  <a:pt x="1724930" y="0"/>
                </a:lnTo>
                <a:lnTo>
                  <a:pt x="1724930" y="284614"/>
                </a:lnTo>
                <a:lnTo>
                  <a:pt x="0" y="284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sp>
        <p:nvSpPr>
          <p:cNvPr id="24" name="Freeform 24"/>
          <p:cNvSpPr/>
          <p:nvPr/>
        </p:nvSpPr>
        <p:spPr>
          <a:xfrm>
            <a:off x="10727063" y="4522981"/>
            <a:ext cx="680929" cy="657096"/>
          </a:xfrm>
          <a:custGeom>
            <a:avLst/>
            <a:gdLst/>
            <a:ahLst/>
            <a:cxnLst/>
            <a:rect l="l" t="t" r="r" b="b"/>
            <a:pathLst>
              <a:path w="680929" h="657096">
                <a:moveTo>
                  <a:pt x="0" y="0"/>
                </a:moveTo>
                <a:lnTo>
                  <a:pt x="680929" y="0"/>
                </a:lnTo>
                <a:lnTo>
                  <a:pt x="680929" y="657097"/>
                </a:lnTo>
                <a:lnTo>
                  <a:pt x="0" y="65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25" name="Group 25"/>
          <p:cNvGrpSpPr/>
          <p:nvPr/>
        </p:nvGrpSpPr>
        <p:grpSpPr>
          <a:xfrm>
            <a:off x="6372545" y="2830845"/>
            <a:ext cx="1121230" cy="5012565"/>
            <a:chOff x="0" y="0"/>
            <a:chExt cx="463961" cy="20741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3961" cy="2074184"/>
            </a:xfrm>
            <a:custGeom>
              <a:avLst/>
              <a:gdLst/>
              <a:ahLst/>
              <a:cxnLst/>
              <a:rect l="l" t="t" r="r" b="b"/>
              <a:pathLst>
                <a:path w="463961" h="2074184">
                  <a:moveTo>
                    <a:pt x="231981" y="0"/>
                  </a:moveTo>
                  <a:cubicBezTo>
                    <a:pt x="103861" y="0"/>
                    <a:pt x="0" y="464322"/>
                    <a:pt x="0" y="1037092"/>
                  </a:cubicBezTo>
                  <a:cubicBezTo>
                    <a:pt x="0" y="1609862"/>
                    <a:pt x="103861" y="2074184"/>
                    <a:pt x="231981" y="2074184"/>
                  </a:cubicBezTo>
                  <a:cubicBezTo>
                    <a:pt x="360100" y="2074184"/>
                    <a:pt x="463961" y="1609862"/>
                    <a:pt x="463961" y="1037092"/>
                  </a:cubicBezTo>
                  <a:cubicBezTo>
                    <a:pt x="463961" y="464322"/>
                    <a:pt x="360100" y="0"/>
                    <a:pt x="23198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496" y="137305"/>
              <a:ext cx="376969" cy="1742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422577" y="4891425"/>
            <a:ext cx="1705965" cy="675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368" spc="-135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ATEDA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146" y="2050731"/>
            <a:ext cx="215473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Calificaciones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5765" y="3605379"/>
            <a:ext cx="1615426" cy="61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%</a:t>
            </a:r>
          </a:p>
          <a:p>
            <a:pPr algn="ctr">
              <a:lnSpc>
                <a:spcPts val="232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Asistencia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0146" y="5735561"/>
            <a:ext cx="1982658" cy="68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Informe Conductual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87693" y="1548233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5338595" y="1596164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5287693" y="7581318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>
            <a:off x="5338595" y="7632221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5287693" y="3556084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5338595" y="3606986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5287693" y="5574791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5338595" y="5621399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TextBox 10"/>
          <p:cNvSpPr txBox="1"/>
          <p:nvPr/>
        </p:nvSpPr>
        <p:spPr>
          <a:xfrm>
            <a:off x="7692492" y="1828345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Observación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92492" y="3836196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Atención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92492" y="5845799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Prioridad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92492" y="7855402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Intervención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29857"/>
            <a:ext cx="5967686" cy="5143500"/>
            <a:chOff x="0" y="0"/>
            <a:chExt cx="1571736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1736" cy="1354667"/>
            </a:xfrm>
            <a:custGeom>
              <a:avLst/>
              <a:gdLst/>
              <a:ahLst/>
              <a:cxnLst/>
              <a:rect l="l" t="t" r="r" b="b"/>
              <a:pathLst>
                <a:path w="1571736" h="1354667">
                  <a:moveTo>
                    <a:pt x="0" y="0"/>
                  </a:moveTo>
                  <a:lnTo>
                    <a:pt x="1571736" y="0"/>
                  </a:lnTo>
                  <a:lnTo>
                    <a:pt x="157173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1736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27843" y="5143500"/>
            <a:ext cx="6160157" cy="5143500"/>
            <a:chOff x="0" y="0"/>
            <a:chExt cx="1622428" cy="1354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2428" cy="1354667"/>
            </a:xfrm>
            <a:custGeom>
              <a:avLst/>
              <a:gdLst/>
              <a:ahLst/>
              <a:cxnLst/>
              <a:rect l="l" t="t" r="r" b="b"/>
              <a:pathLst>
                <a:path w="1622428" h="1354667">
                  <a:moveTo>
                    <a:pt x="0" y="0"/>
                  </a:moveTo>
                  <a:lnTo>
                    <a:pt x="1622428" y="0"/>
                  </a:lnTo>
                  <a:lnTo>
                    <a:pt x="162242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22428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67686" y="-1030300"/>
            <a:ext cx="6160157" cy="616015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r="-50375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24697" y="454189"/>
            <a:ext cx="1364229" cy="1595589"/>
          </a:xfrm>
          <a:custGeom>
            <a:avLst/>
            <a:gdLst/>
            <a:ahLst/>
            <a:cxnLst/>
            <a:rect l="l" t="t" r="r" b="b"/>
            <a:pathLst>
              <a:path w="1364229" h="1595589">
                <a:moveTo>
                  <a:pt x="0" y="0"/>
                </a:moveTo>
                <a:lnTo>
                  <a:pt x="1364229" y="0"/>
                </a:lnTo>
                <a:lnTo>
                  <a:pt x="1364229" y="1595590"/>
                </a:lnTo>
                <a:lnTo>
                  <a:pt x="0" y="1595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11"/>
          <p:cNvSpPr/>
          <p:nvPr/>
        </p:nvSpPr>
        <p:spPr>
          <a:xfrm>
            <a:off x="12718393" y="2049779"/>
            <a:ext cx="1720792" cy="2641734"/>
          </a:xfrm>
          <a:custGeom>
            <a:avLst/>
            <a:gdLst/>
            <a:ahLst/>
            <a:cxnLst/>
            <a:rect l="l" t="t" r="r" b="b"/>
            <a:pathLst>
              <a:path w="1720792" h="2641734">
                <a:moveTo>
                  <a:pt x="0" y="0"/>
                </a:moveTo>
                <a:lnTo>
                  <a:pt x="1720792" y="0"/>
                </a:lnTo>
                <a:lnTo>
                  <a:pt x="1720792" y="2641733"/>
                </a:lnTo>
                <a:lnTo>
                  <a:pt x="0" y="26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615" b="-105683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" name="Freeform 12"/>
          <p:cNvSpPr/>
          <p:nvPr/>
        </p:nvSpPr>
        <p:spPr>
          <a:xfrm>
            <a:off x="7333265" y="5106467"/>
            <a:ext cx="3429000" cy="5143500"/>
          </a:xfrm>
          <a:custGeom>
            <a:avLst/>
            <a:gdLst/>
            <a:ahLst/>
            <a:cxnLst/>
            <a:rect l="l" t="t" r="r" b="b"/>
            <a:pathLst>
              <a:path w="3429000" h="5143500">
                <a:moveTo>
                  <a:pt x="0" y="0"/>
                </a:moveTo>
                <a:lnTo>
                  <a:pt x="3429000" y="0"/>
                </a:lnTo>
                <a:lnTo>
                  <a:pt x="3429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12867290" y="6124285"/>
            <a:ext cx="4496088" cy="313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Profesores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Dirección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UTP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Apoderados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8021" y="6259351"/>
            <a:ext cx="4491645" cy="74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9"/>
              </a:lnSpc>
            </a:pPr>
            <a:r>
              <a:rPr lang="en-US" sz="4599" b="1">
                <a:solidFill>
                  <a:srgbClr val="D8D8D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Psicopedagogía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9488" y="700356"/>
            <a:ext cx="3536300" cy="9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549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Pre-Kinder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019175"/>
            <a:ext cx="4022584" cy="301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656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Contexto, usuarios e intereses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94360" y="3191117"/>
            <a:ext cx="3008601" cy="9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549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IV Medio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45497" y="7573442"/>
            <a:ext cx="1876693" cy="1749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81"/>
              </a:lnSpc>
            </a:pPr>
            <a:r>
              <a:rPr lang="en-US" sz="10832" b="1">
                <a:solidFill>
                  <a:srgbClr val="D8D8D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7247" y="0"/>
            <a:ext cx="8060973" cy="10656449"/>
            <a:chOff x="0" y="0"/>
            <a:chExt cx="10747964" cy="1420859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873" r="39502"/>
            <a:stretch>
              <a:fillRect/>
            </a:stretch>
          </p:blipFill>
          <p:spPr>
            <a:xfrm>
              <a:off x="0" y="0"/>
              <a:ext cx="10747964" cy="1420859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7476068" y="1171483"/>
            <a:ext cx="6526561" cy="2357773"/>
            <a:chOff x="0" y="0"/>
            <a:chExt cx="1718930" cy="6209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18930" cy="620977"/>
            </a:xfrm>
            <a:custGeom>
              <a:avLst/>
              <a:gdLst/>
              <a:ahLst/>
              <a:cxnLst/>
              <a:rect l="l" t="t" r="r" b="b"/>
              <a:pathLst>
                <a:path w="1718930" h="620977">
                  <a:moveTo>
                    <a:pt x="0" y="0"/>
                  </a:moveTo>
                  <a:lnTo>
                    <a:pt x="1718930" y="0"/>
                  </a:lnTo>
                  <a:lnTo>
                    <a:pt x="1718930" y="620977"/>
                  </a:lnTo>
                  <a:lnTo>
                    <a:pt x="0" y="62097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718930" cy="678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76068" y="4036005"/>
            <a:ext cx="6526561" cy="2357773"/>
            <a:chOff x="0" y="0"/>
            <a:chExt cx="1718930" cy="6209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18930" cy="620977"/>
            </a:xfrm>
            <a:custGeom>
              <a:avLst/>
              <a:gdLst/>
              <a:ahLst/>
              <a:cxnLst/>
              <a:rect l="l" t="t" r="r" b="b"/>
              <a:pathLst>
                <a:path w="1718930" h="620977">
                  <a:moveTo>
                    <a:pt x="0" y="0"/>
                  </a:moveTo>
                  <a:lnTo>
                    <a:pt x="1718930" y="0"/>
                  </a:lnTo>
                  <a:lnTo>
                    <a:pt x="1718930" y="620977"/>
                  </a:lnTo>
                  <a:lnTo>
                    <a:pt x="0" y="62097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718930" cy="678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69704" y="1028700"/>
            <a:ext cx="968029" cy="863183"/>
            <a:chOff x="0" y="0"/>
            <a:chExt cx="254954" cy="2273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4954" cy="227340"/>
            </a:xfrm>
            <a:custGeom>
              <a:avLst/>
              <a:gdLst/>
              <a:ahLst/>
              <a:cxnLst/>
              <a:rect l="l" t="t" r="r" b="b"/>
              <a:pathLst>
                <a:path w="254954" h="227340">
                  <a:moveTo>
                    <a:pt x="0" y="0"/>
                  </a:moveTo>
                  <a:lnTo>
                    <a:pt x="254954" y="0"/>
                  </a:lnTo>
                  <a:lnTo>
                    <a:pt x="254954" y="227340"/>
                  </a:lnTo>
                  <a:lnTo>
                    <a:pt x="0" y="227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4954" cy="284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69704" y="3893222"/>
            <a:ext cx="968029" cy="863183"/>
            <a:chOff x="0" y="0"/>
            <a:chExt cx="254954" cy="2273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4954" cy="227340"/>
            </a:xfrm>
            <a:custGeom>
              <a:avLst/>
              <a:gdLst/>
              <a:ahLst/>
              <a:cxnLst/>
              <a:rect l="l" t="t" r="r" b="b"/>
              <a:pathLst>
                <a:path w="254954" h="227340">
                  <a:moveTo>
                    <a:pt x="0" y="0"/>
                  </a:moveTo>
                  <a:lnTo>
                    <a:pt x="254954" y="0"/>
                  </a:lnTo>
                  <a:lnTo>
                    <a:pt x="254954" y="227340"/>
                  </a:lnTo>
                  <a:lnTo>
                    <a:pt x="0" y="227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4954" cy="284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76068" y="6900527"/>
            <a:ext cx="6526561" cy="2357773"/>
            <a:chOff x="0" y="0"/>
            <a:chExt cx="1718930" cy="62097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18930" cy="620977"/>
            </a:xfrm>
            <a:custGeom>
              <a:avLst/>
              <a:gdLst/>
              <a:ahLst/>
              <a:cxnLst/>
              <a:rect l="l" t="t" r="r" b="b"/>
              <a:pathLst>
                <a:path w="1718930" h="620977">
                  <a:moveTo>
                    <a:pt x="0" y="0"/>
                  </a:moveTo>
                  <a:lnTo>
                    <a:pt x="1718930" y="0"/>
                  </a:lnTo>
                  <a:lnTo>
                    <a:pt x="1718930" y="620977"/>
                  </a:lnTo>
                  <a:lnTo>
                    <a:pt x="0" y="62097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718930" cy="678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872071" y="5344649"/>
            <a:ext cx="3723894" cy="4114800"/>
          </a:xfrm>
          <a:custGeom>
            <a:avLst/>
            <a:gdLst/>
            <a:ahLst/>
            <a:cxnLst/>
            <a:rect l="l" t="t" r="r" b="b"/>
            <a:pathLst>
              <a:path w="3723894" h="4114800">
                <a:moveTo>
                  <a:pt x="0" y="0"/>
                </a:moveTo>
                <a:lnTo>
                  <a:pt x="3723894" y="0"/>
                </a:lnTo>
                <a:lnTo>
                  <a:pt x="3723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20" name="Group 20"/>
          <p:cNvGrpSpPr/>
          <p:nvPr/>
        </p:nvGrpSpPr>
        <p:grpSpPr>
          <a:xfrm>
            <a:off x="329137" y="5975055"/>
            <a:ext cx="3271022" cy="837447"/>
            <a:chOff x="0" y="0"/>
            <a:chExt cx="861504" cy="2205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1504" cy="220562"/>
            </a:xfrm>
            <a:custGeom>
              <a:avLst/>
              <a:gdLst/>
              <a:ahLst/>
              <a:cxnLst/>
              <a:rect l="l" t="t" r="r" b="b"/>
              <a:pathLst>
                <a:path w="861504" h="220562">
                  <a:moveTo>
                    <a:pt x="110281" y="0"/>
                  </a:moveTo>
                  <a:lnTo>
                    <a:pt x="751223" y="0"/>
                  </a:lnTo>
                  <a:cubicBezTo>
                    <a:pt x="780471" y="0"/>
                    <a:pt x="808521" y="11619"/>
                    <a:pt x="829203" y="32301"/>
                  </a:cubicBezTo>
                  <a:cubicBezTo>
                    <a:pt x="849885" y="52982"/>
                    <a:pt x="861504" y="81033"/>
                    <a:pt x="861504" y="110281"/>
                  </a:cubicBezTo>
                  <a:lnTo>
                    <a:pt x="861504" y="110281"/>
                  </a:lnTo>
                  <a:cubicBezTo>
                    <a:pt x="861504" y="171188"/>
                    <a:pt x="812129" y="220562"/>
                    <a:pt x="751223" y="220562"/>
                  </a:cubicBezTo>
                  <a:lnTo>
                    <a:pt x="110281" y="220562"/>
                  </a:lnTo>
                  <a:cubicBezTo>
                    <a:pt x="49375" y="220562"/>
                    <a:pt x="0" y="171188"/>
                    <a:pt x="0" y="110281"/>
                  </a:cubicBezTo>
                  <a:lnTo>
                    <a:pt x="0" y="110281"/>
                  </a:lnTo>
                  <a:cubicBezTo>
                    <a:pt x="0" y="49375"/>
                    <a:pt x="49375" y="0"/>
                    <a:pt x="110281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61504" cy="277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4133" y="6026653"/>
            <a:ext cx="3141030" cy="731090"/>
            <a:chOff x="0" y="0"/>
            <a:chExt cx="827267" cy="1925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7267" cy="192550"/>
            </a:xfrm>
            <a:custGeom>
              <a:avLst/>
              <a:gdLst/>
              <a:ahLst/>
              <a:cxnLst/>
              <a:rect l="l" t="t" r="r" b="b"/>
              <a:pathLst>
                <a:path w="827267" h="192550">
                  <a:moveTo>
                    <a:pt x="96275" y="0"/>
                  </a:moveTo>
                  <a:lnTo>
                    <a:pt x="730992" y="0"/>
                  </a:lnTo>
                  <a:cubicBezTo>
                    <a:pt x="756526" y="0"/>
                    <a:pt x="781014" y="10143"/>
                    <a:pt x="799069" y="28198"/>
                  </a:cubicBezTo>
                  <a:cubicBezTo>
                    <a:pt x="817124" y="46253"/>
                    <a:pt x="827267" y="70741"/>
                    <a:pt x="827267" y="96275"/>
                  </a:cubicBezTo>
                  <a:lnTo>
                    <a:pt x="827267" y="96275"/>
                  </a:lnTo>
                  <a:cubicBezTo>
                    <a:pt x="827267" y="121809"/>
                    <a:pt x="817124" y="146297"/>
                    <a:pt x="799069" y="164352"/>
                  </a:cubicBezTo>
                  <a:cubicBezTo>
                    <a:pt x="781014" y="182407"/>
                    <a:pt x="756526" y="192550"/>
                    <a:pt x="730992" y="192550"/>
                  </a:cubicBezTo>
                  <a:lnTo>
                    <a:pt x="96275" y="192550"/>
                  </a:lnTo>
                  <a:cubicBezTo>
                    <a:pt x="70741" y="192550"/>
                    <a:pt x="46253" y="182407"/>
                    <a:pt x="28198" y="164352"/>
                  </a:cubicBezTo>
                  <a:cubicBezTo>
                    <a:pt x="10143" y="146297"/>
                    <a:pt x="0" y="121809"/>
                    <a:pt x="0" y="96275"/>
                  </a:cubicBezTo>
                  <a:lnTo>
                    <a:pt x="0" y="96275"/>
                  </a:lnTo>
                  <a:cubicBezTo>
                    <a:pt x="0" y="70741"/>
                    <a:pt x="10143" y="46253"/>
                    <a:pt x="28198" y="28198"/>
                  </a:cubicBezTo>
                  <a:cubicBezTo>
                    <a:pt x="46253" y="10143"/>
                    <a:pt x="70741" y="0"/>
                    <a:pt x="96275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27267" cy="24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44570" y="7816350"/>
            <a:ext cx="2510756" cy="894639"/>
            <a:chOff x="0" y="0"/>
            <a:chExt cx="624633" cy="22257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4633" cy="222571"/>
            </a:xfrm>
            <a:custGeom>
              <a:avLst/>
              <a:gdLst/>
              <a:ahLst/>
              <a:cxnLst/>
              <a:rect l="l" t="t" r="r" b="b"/>
              <a:pathLst>
                <a:path w="624633" h="222571">
                  <a:moveTo>
                    <a:pt x="111285" y="0"/>
                  </a:moveTo>
                  <a:lnTo>
                    <a:pt x="513348" y="0"/>
                  </a:lnTo>
                  <a:cubicBezTo>
                    <a:pt x="542863" y="0"/>
                    <a:pt x="571168" y="11725"/>
                    <a:pt x="592038" y="32595"/>
                  </a:cubicBezTo>
                  <a:cubicBezTo>
                    <a:pt x="612909" y="53465"/>
                    <a:pt x="624633" y="81771"/>
                    <a:pt x="624633" y="111285"/>
                  </a:cubicBezTo>
                  <a:lnTo>
                    <a:pt x="624633" y="111285"/>
                  </a:lnTo>
                  <a:cubicBezTo>
                    <a:pt x="624633" y="172747"/>
                    <a:pt x="574809" y="222571"/>
                    <a:pt x="513348" y="222571"/>
                  </a:cubicBezTo>
                  <a:lnTo>
                    <a:pt x="111285" y="222571"/>
                  </a:lnTo>
                  <a:cubicBezTo>
                    <a:pt x="49824" y="222571"/>
                    <a:pt x="0" y="172747"/>
                    <a:pt x="0" y="111285"/>
                  </a:cubicBezTo>
                  <a:lnTo>
                    <a:pt x="0" y="111285"/>
                  </a:lnTo>
                  <a:cubicBezTo>
                    <a:pt x="0" y="49824"/>
                    <a:pt x="49824" y="0"/>
                    <a:pt x="111285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624633" cy="279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96642" y="7879838"/>
            <a:ext cx="2406613" cy="773970"/>
            <a:chOff x="0" y="0"/>
            <a:chExt cx="598724" cy="1925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8724" cy="192550"/>
            </a:xfrm>
            <a:custGeom>
              <a:avLst/>
              <a:gdLst/>
              <a:ahLst/>
              <a:cxnLst/>
              <a:rect l="l" t="t" r="r" b="b"/>
              <a:pathLst>
                <a:path w="598724" h="192550">
                  <a:moveTo>
                    <a:pt x="96275" y="0"/>
                  </a:moveTo>
                  <a:lnTo>
                    <a:pt x="502449" y="0"/>
                  </a:lnTo>
                  <a:cubicBezTo>
                    <a:pt x="527983" y="0"/>
                    <a:pt x="552471" y="10143"/>
                    <a:pt x="570526" y="28198"/>
                  </a:cubicBezTo>
                  <a:cubicBezTo>
                    <a:pt x="588581" y="46253"/>
                    <a:pt x="598724" y="70741"/>
                    <a:pt x="598724" y="96275"/>
                  </a:cubicBezTo>
                  <a:lnTo>
                    <a:pt x="598724" y="96275"/>
                  </a:lnTo>
                  <a:cubicBezTo>
                    <a:pt x="598724" y="121809"/>
                    <a:pt x="588581" y="146297"/>
                    <a:pt x="570526" y="164352"/>
                  </a:cubicBezTo>
                  <a:cubicBezTo>
                    <a:pt x="552471" y="182407"/>
                    <a:pt x="527983" y="192550"/>
                    <a:pt x="502449" y="192550"/>
                  </a:cubicBezTo>
                  <a:lnTo>
                    <a:pt x="96275" y="192550"/>
                  </a:lnTo>
                  <a:cubicBezTo>
                    <a:pt x="70741" y="192550"/>
                    <a:pt x="46253" y="182407"/>
                    <a:pt x="28198" y="164352"/>
                  </a:cubicBezTo>
                  <a:cubicBezTo>
                    <a:pt x="10143" y="146297"/>
                    <a:pt x="0" y="121809"/>
                    <a:pt x="0" y="96275"/>
                  </a:cubicBezTo>
                  <a:lnTo>
                    <a:pt x="0" y="96275"/>
                  </a:lnTo>
                  <a:cubicBezTo>
                    <a:pt x="0" y="70741"/>
                    <a:pt x="10143" y="46253"/>
                    <a:pt x="28198" y="28198"/>
                  </a:cubicBezTo>
                  <a:cubicBezTo>
                    <a:pt x="46253" y="10143"/>
                    <a:pt x="70741" y="0"/>
                    <a:pt x="96275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98724" cy="24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3440324" y="1128657"/>
            <a:ext cx="626789" cy="663269"/>
          </a:xfrm>
          <a:custGeom>
            <a:avLst/>
            <a:gdLst/>
            <a:ahLst/>
            <a:cxnLst/>
            <a:rect l="l" t="t" r="r" b="b"/>
            <a:pathLst>
              <a:path w="626789" h="663269">
                <a:moveTo>
                  <a:pt x="0" y="0"/>
                </a:moveTo>
                <a:lnTo>
                  <a:pt x="626790" y="0"/>
                </a:lnTo>
                <a:lnTo>
                  <a:pt x="626790" y="663269"/>
                </a:lnTo>
                <a:lnTo>
                  <a:pt x="0" y="663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3" name="Freeform 33"/>
          <p:cNvSpPr/>
          <p:nvPr/>
        </p:nvSpPr>
        <p:spPr>
          <a:xfrm>
            <a:off x="7856768" y="4324813"/>
            <a:ext cx="774306" cy="774306"/>
          </a:xfrm>
          <a:custGeom>
            <a:avLst/>
            <a:gdLst/>
            <a:ahLst/>
            <a:cxnLst/>
            <a:rect l="l" t="t" r="r" b="b"/>
            <a:pathLst>
              <a:path w="774306" h="774306">
                <a:moveTo>
                  <a:pt x="0" y="0"/>
                </a:moveTo>
                <a:lnTo>
                  <a:pt x="774306" y="0"/>
                </a:lnTo>
                <a:lnTo>
                  <a:pt x="774306" y="774306"/>
                </a:lnTo>
                <a:lnTo>
                  <a:pt x="0" y="77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4" name="Freeform 34"/>
          <p:cNvSpPr/>
          <p:nvPr/>
        </p:nvSpPr>
        <p:spPr>
          <a:xfrm>
            <a:off x="10052394" y="4335992"/>
            <a:ext cx="945773" cy="945773"/>
          </a:xfrm>
          <a:custGeom>
            <a:avLst/>
            <a:gdLst/>
            <a:ahLst/>
            <a:cxnLst/>
            <a:rect l="l" t="t" r="r" b="b"/>
            <a:pathLst>
              <a:path w="945773" h="945773">
                <a:moveTo>
                  <a:pt x="0" y="0"/>
                </a:moveTo>
                <a:lnTo>
                  <a:pt x="945773" y="0"/>
                </a:lnTo>
                <a:lnTo>
                  <a:pt x="945773" y="945773"/>
                </a:lnTo>
                <a:lnTo>
                  <a:pt x="0" y="945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5" name="Freeform 35"/>
          <p:cNvSpPr/>
          <p:nvPr/>
        </p:nvSpPr>
        <p:spPr>
          <a:xfrm>
            <a:off x="11223889" y="5281765"/>
            <a:ext cx="961446" cy="961446"/>
          </a:xfrm>
          <a:custGeom>
            <a:avLst/>
            <a:gdLst/>
            <a:ahLst/>
            <a:cxnLst/>
            <a:rect l="l" t="t" r="r" b="b"/>
            <a:pathLst>
              <a:path w="961446" h="961446">
                <a:moveTo>
                  <a:pt x="0" y="0"/>
                </a:moveTo>
                <a:lnTo>
                  <a:pt x="961446" y="0"/>
                </a:lnTo>
                <a:lnTo>
                  <a:pt x="961446" y="961447"/>
                </a:lnTo>
                <a:lnTo>
                  <a:pt x="0" y="961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6" name="Freeform 36"/>
          <p:cNvSpPr/>
          <p:nvPr/>
        </p:nvSpPr>
        <p:spPr>
          <a:xfrm>
            <a:off x="8700631" y="5232929"/>
            <a:ext cx="886738" cy="936979"/>
          </a:xfrm>
          <a:custGeom>
            <a:avLst/>
            <a:gdLst/>
            <a:ahLst/>
            <a:cxnLst/>
            <a:rect l="l" t="t" r="r" b="b"/>
            <a:pathLst>
              <a:path w="886738" h="936979">
                <a:moveTo>
                  <a:pt x="0" y="0"/>
                </a:moveTo>
                <a:lnTo>
                  <a:pt x="886738" y="0"/>
                </a:lnTo>
                <a:lnTo>
                  <a:pt x="886738" y="936979"/>
                </a:lnTo>
                <a:lnTo>
                  <a:pt x="0" y="936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7" name="Freeform 37"/>
          <p:cNvSpPr/>
          <p:nvPr/>
        </p:nvSpPr>
        <p:spPr>
          <a:xfrm>
            <a:off x="9818242" y="4239334"/>
            <a:ext cx="458083" cy="519977"/>
          </a:xfrm>
          <a:custGeom>
            <a:avLst/>
            <a:gdLst/>
            <a:ahLst/>
            <a:cxnLst/>
            <a:rect l="l" t="t" r="r" b="b"/>
            <a:pathLst>
              <a:path w="458083" h="519977">
                <a:moveTo>
                  <a:pt x="0" y="0"/>
                </a:moveTo>
                <a:lnTo>
                  <a:pt x="458083" y="0"/>
                </a:lnTo>
                <a:lnTo>
                  <a:pt x="458083" y="519977"/>
                </a:lnTo>
                <a:lnTo>
                  <a:pt x="0" y="519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4080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8" name="Freeform 38"/>
          <p:cNvSpPr/>
          <p:nvPr/>
        </p:nvSpPr>
        <p:spPr>
          <a:xfrm>
            <a:off x="9818242" y="4808879"/>
            <a:ext cx="458083" cy="535770"/>
          </a:xfrm>
          <a:custGeom>
            <a:avLst/>
            <a:gdLst/>
            <a:ahLst/>
            <a:cxnLst/>
            <a:rect l="l" t="t" r="r" b="b"/>
            <a:pathLst>
              <a:path w="458083" h="535770">
                <a:moveTo>
                  <a:pt x="0" y="0"/>
                </a:moveTo>
                <a:lnTo>
                  <a:pt x="458083" y="0"/>
                </a:lnTo>
                <a:lnTo>
                  <a:pt x="458083" y="535770"/>
                </a:lnTo>
                <a:lnTo>
                  <a:pt x="0" y="535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9" name="Freeform 39"/>
          <p:cNvSpPr/>
          <p:nvPr/>
        </p:nvSpPr>
        <p:spPr>
          <a:xfrm>
            <a:off x="12042211" y="4374618"/>
            <a:ext cx="1084369" cy="970031"/>
          </a:xfrm>
          <a:custGeom>
            <a:avLst/>
            <a:gdLst/>
            <a:ahLst/>
            <a:cxnLst/>
            <a:rect l="l" t="t" r="r" b="b"/>
            <a:pathLst>
              <a:path w="1084369" h="970031">
                <a:moveTo>
                  <a:pt x="0" y="0"/>
                </a:moveTo>
                <a:lnTo>
                  <a:pt x="1084369" y="0"/>
                </a:lnTo>
                <a:lnTo>
                  <a:pt x="1084369" y="970031"/>
                </a:lnTo>
                <a:lnTo>
                  <a:pt x="0" y="9700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0" name="Freeform 40"/>
          <p:cNvSpPr/>
          <p:nvPr/>
        </p:nvSpPr>
        <p:spPr>
          <a:xfrm>
            <a:off x="13513294" y="4100376"/>
            <a:ext cx="480850" cy="471233"/>
          </a:xfrm>
          <a:custGeom>
            <a:avLst/>
            <a:gdLst/>
            <a:ahLst/>
            <a:cxnLst/>
            <a:rect l="l" t="t" r="r" b="b"/>
            <a:pathLst>
              <a:path w="480850" h="471233">
                <a:moveTo>
                  <a:pt x="0" y="0"/>
                </a:moveTo>
                <a:lnTo>
                  <a:pt x="480850" y="0"/>
                </a:lnTo>
                <a:lnTo>
                  <a:pt x="480850" y="471233"/>
                </a:lnTo>
                <a:lnTo>
                  <a:pt x="0" y="471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1" name="TextBox 41"/>
          <p:cNvSpPr txBox="1"/>
          <p:nvPr/>
        </p:nvSpPr>
        <p:spPr>
          <a:xfrm>
            <a:off x="1028700" y="3814860"/>
            <a:ext cx="541063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Origen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02452" y="1284608"/>
            <a:ext cx="2174926" cy="1138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3"/>
              </a:lnSpc>
            </a:pPr>
            <a:r>
              <a:rPr lang="en-US" sz="701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TDAH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00529" y="7212928"/>
            <a:ext cx="5877640" cy="159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7"/>
              </a:lnSpc>
            </a:pPr>
            <a:r>
              <a:rPr lang="en-US" sz="32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Experiencia Personal</a:t>
            </a:r>
          </a:p>
          <a:p>
            <a:pPr algn="ctr">
              <a:lnSpc>
                <a:spcPts val="4217"/>
              </a:lnSpc>
            </a:pPr>
            <a:r>
              <a:rPr lang="en-US" sz="32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Orientación Psicopedagógica</a:t>
            </a:r>
          </a:p>
          <a:p>
            <a:pPr algn="ctr">
              <a:lnSpc>
                <a:spcPts val="4217"/>
              </a:lnSpc>
            </a:pPr>
            <a:r>
              <a:rPr lang="en-US" sz="32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Formación Informática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8376" y="6141333"/>
            <a:ext cx="2976788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994" b="1">
                <a:solidFill>
                  <a:srgbClr val="001E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Psicopedagogía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87016" y="8014378"/>
            <a:ext cx="2122182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994" b="1">
                <a:solidFill>
                  <a:srgbClr val="001E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Informática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62488" y="2394383"/>
            <a:ext cx="5164092" cy="85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Trastorno de deficit de atención con hiperactividad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9180" y="9145835"/>
            <a:ext cx="16410120" cy="0"/>
          </a:xfrm>
          <a:prstGeom prst="line">
            <a:avLst/>
          </a:prstGeom>
          <a:ln w="47625" cap="flat">
            <a:solidFill>
              <a:srgbClr val="001E3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3020027" y="9033369"/>
            <a:ext cx="224931" cy="224931"/>
            <a:chOff x="0" y="0"/>
            <a:chExt cx="739177" cy="7391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39568" y="9033369"/>
            <a:ext cx="224931" cy="224931"/>
            <a:chOff x="0" y="0"/>
            <a:chExt cx="739177" cy="7391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81279" y="9033369"/>
            <a:ext cx="224931" cy="224931"/>
            <a:chOff x="0" y="0"/>
            <a:chExt cx="739177" cy="7391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60969" y="9033369"/>
            <a:ext cx="224931" cy="224931"/>
            <a:chOff x="0" y="0"/>
            <a:chExt cx="739177" cy="7391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03323" y="4508832"/>
            <a:ext cx="2622486" cy="4267921"/>
            <a:chOff x="0" y="0"/>
            <a:chExt cx="417505" cy="6794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29520" y="5778713"/>
            <a:ext cx="2192496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Certificación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0276" y="1152525"/>
            <a:ext cx="1548744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Competencias del perfil de egreso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840790" y="4508832"/>
            <a:ext cx="2622486" cy="4267921"/>
            <a:chOff x="0" y="0"/>
            <a:chExt cx="417505" cy="6794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128955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proyectos informáticos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82501" y="4508832"/>
            <a:ext cx="2622486" cy="4267921"/>
            <a:chOff x="0" y="0"/>
            <a:chExt cx="417505" cy="6794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170666" y="5553660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Construir modelos de datos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862191" y="4457660"/>
            <a:ext cx="2622486" cy="4267921"/>
            <a:chOff x="0" y="0"/>
            <a:chExt cx="417505" cy="67946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150356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solución de software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1666" y="-191691"/>
            <a:ext cx="6548173" cy="10670381"/>
            <a:chOff x="0" y="0"/>
            <a:chExt cx="1724622" cy="2810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622" cy="2810306"/>
            </a:xfrm>
            <a:custGeom>
              <a:avLst/>
              <a:gdLst/>
              <a:ahLst/>
              <a:cxnLst/>
              <a:rect l="l" t="t" r="r" b="b"/>
              <a:pathLst>
                <a:path w="1724622" h="2810306">
                  <a:moveTo>
                    <a:pt x="0" y="0"/>
                  </a:moveTo>
                  <a:lnTo>
                    <a:pt x="1724622" y="0"/>
                  </a:lnTo>
                  <a:lnTo>
                    <a:pt x="1724622" y="2810306"/>
                  </a:lnTo>
                  <a:lnTo>
                    <a:pt x="0" y="281030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24622" cy="286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356891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19" y="0"/>
                </a:lnTo>
                <a:lnTo>
                  <a:pt x="912119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 rot="-5400000">
            <a:off x="1385795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8" y="0"/>
                </a:lnTo>
                <a:lnTo>
                  <a:pt x="850728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 rot="-5400000">
            <a:off x="4995044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19" y="0"/>
                </a:lnTo>
                <a:lnTo>
                  <a:pt x="912119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 rot="-5400000">
            <a:off x="5025740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7" y="0"/>
                </a:lnTo>
                <a:lnTo>
                  <a:pt x="850727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 rot="-5400000">
            <a:off x="2567693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19" y="0"/>
                </a:lnTo>
                <a:lnTo>
                  <a:pt x="912119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 rot="-5400000">
            <a:off x="2598388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8" y="0"/>
                </a:lnTo>
                <a:lnTo>
                  <a:pt x="850728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11"/>
          <p:cNvSpPr/>
          <p:nvPr/>
        </p:nvSpPr>
        <p:spPr>
          <a:xfrm rot="-5400000">
            <a:off x="3785040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20" y="0"/>
                </a:lnTo>
                <a:lnTo>
                  <a:pt x="912120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" name="Freeform 12"/>
          <p:cNvSpPr/>
          <p:nvPr/>
        </p:nvSpPr>
        <p:spPr>
          <a:xfrm rot="-5400000">
            <a:off x="3813146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8" y="0"/>
                </a:lnTo>
                <a:lnTo>
                  <a:pt x="850728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Freeform 13"/>
          <p:cNvSpPr/>
          <p:nvPr/>
        </p:nvSpPr>
        <p:spPr>
          <a:xfrm>
            <a:off x="1356891" y="7187374"/>
            <a:ext cx="1976014" cy="1531411"/>
          </a:xfrm>
          <a:custGeom>
            <a:avLst/>
            <a:gdLst/>
            <a:ahLst/>
            <a:cxnLst/>
            <a:rect l="l" t="t" r="r" b="b"/>
            <a:pathLst>
              <a:path w="1976014" h="1531411">
                <a:moveTo>
                  <a:pt x="0" y="0"/>
                </a:moveTo>
                <a:lnTo>
                  <a:pt x="1976014" y="0"/>
                </a:lnTo>
                <a:lnTo>
                  <a:pt x="1976014" y="1531411"/>
                </a:lnTo>
                <a:lnTo>
                  <a:pt x="0" y="1531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Freeform 14"/>
          <p:cNvSpPr/>
          <p:nvPr/>
        </p:nvSpPr>
        <p:spPr>
          <a:xfrm>
            <a:off x="4083537" y="7172572"/>
            <a:ext cx="1777257" cy="1546214"/>
          </a:xfrm>
          <a:custGeom>
            <a:avLst/>
            <a:gdLst/>
            <a:ahLst/>
            <a:cxnLst/>
            <a:rect l="l" t="t" r="r" b="b"/>
            <a:pathLst>
              <a:path w="1777257" h="1546214">
                <a:moveTo>
                  <a:pt x="0" y="0"/>
                </a:moveTo>
                <a:lnTo>
                  <a:pt x="1777257" y="0"/>
                </a:lnTo>
                <a:lnTo>
                  <a:pt x="1777257" y="1546213"/>
                </a:lnTo>
                <a:lnTo>
                  <a:pt x="0" y="1546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Freeform 15"/>
          <p:cNvSpPr/>
          <p:nvPr/>
        </p:nvSpPr>
        <p:spPr>
          <a:xfrm>
            <a:off x="6460869" y="7166491"/>
            <a:ext cx="1094368" cy="1552295"/>
          </a:xfrm>
          <a:custGeom>
            <a:avLst/>
            <a:gdLst/>
            <a:ahLst/>
            <a:cxnLst/>
            <a:rect l="l" t="t" r="r" b="b"/>
            <a:pathLst>
              <a:path w="1094368" h="1552295">
                <a:moveTo>
                  <a:pt x="0" y="0"/>
                </a:moveTo>
                <a:lnTo>
                  <a:pt x="1094368" y="0"/>
                </a:lnTo>
                <a:lnTo>
                  <a:pt x="1094368" y="1552294"/>
                </a:lnTo>
                <a:lnTo>
                  <a:pt x="0" y="1552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6"/>
          <p:cNvSpPr/>
          <p:nvPr/>
        </p:nvSpPr>
        <p:spPr>
          <a:xfrm>
            <a:off x="8369623" y="7166491"/>
            <a:ext cx="1404827" cy="1552295"/>
          </a:xfrm>
          <a:custGeom>
            <a:avLst/>
            <a:gdLst/>
            <a:ahLst/>
            <a:cxnLst/>
            <a:rect l="l" t="t" r="r" b="b"/>
            <a:pathLst>
              <a:path w="1404827" h="1552295">
                <a:moveTo>
                  <a:pt x="0" y="0"/>
                </a:moveTo>
                <a:lnTo>
                  <a:pt x="1404827" y="0"/>
                </a:lnTo>
                <a:lnTo>
                  <a:pt x="1404827" y="1552294"/>
                </a:lnTo>
                <a:lnTo>
                  <a:pt x="0" y="1552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Freeform 17"/>
          <p:cNvSpPr/>
          <p:nvPr/>
        </p:nvSpPr>
        <p:spPr>
          <a:xfrm>
            <a:off x="14701160" y="1473222"/>
            <a:ext cx="1029184" cy="1029184"/>
          </a:xfrm>
          <a:custGeom>
            <a:avLst/>
            <a:gdLst/>
            <a:ahLst/>
            <a:cxnLst/>
            <a:rect l="l" t="t" r="r" b="b"/>
            <a:pathLst>
              <a:path w="1029184" h="1029184">
                <a:moveTo>
                  <a:pt x="0" y="0"/>
                </a:moveTo>
                <a:lnTo>
                  <a:pt x="1029184" y="0"/>
                </a:lnTo>
                <a:lnTo>
                  <a:pt x="1029184" y="1029185"/>
                </a:lnTo>
                <a:lnTo>
                  <a:pt x="0" y="10291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TextBox 18"/>
          <p:cNvSpPr txBox="1"/>
          <p:nvPr/>
        </p:nvSpPr>
        <p:spPr>
          <a:xfrm>
            <a:off x="1356891" y="3926827"/>
            <a:ext cx="8226168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proyecto contempla desarrollar y probar el núcleo funcional del sistema mediante datos completamente ficticios.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6891" y="2399772"/>
            <a:ext cx="9940696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Alcance y Factibilidad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54031" y="2981423"/>
            <a:ext cx="4123442" cy="89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90"/>
              </a:lnSpc>
            </a:pPr>
            <a:r>
              <a:rPr lang="en-US" sz="6495" spc="-201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Diagnóstico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7849" y="4597513"/>
            <a:ext cx="5335807" cy="81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76"/>
              </a:lnSpc>
            </a:pPr>
            <a:r>
              <a:rPr lang="en-US" sz="5899" spc="-182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Usar datos reales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47849" y="6457567"/>
            <a:ext cx="5335807" cy="235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76"/>
              </a:lnSpc>
            </a:pPr>
            <a:r>
              <a:rPr lang="en-US" sz="5899" spc="-182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Integración con sistemas externos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38647" y="2619747"/>
            <a:ext cx="5094282" cy="999793"/>
            <a:chOff x="0" y="0"/>
            <a:chExt cx="1341704" cy="263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1704" cy="263320"/>
            </a:xfrm>
            <a:custGeom>
              <a:avLst/>
              <a:gdLst/>
              <a:ahLst/>
              <a:cxnLst/>
              <a:rect l="l" t="t" r="r" b="b"/>
              <a:pathLst>
                <a:path w="1341704" h="263320">
                  <a:moveTo>
                    <a:pt x="0" y="0"/>
                  </a:moveTo>
                  <a:lnTo>
                    <a:pt x="1341704" y="0"/>
                  </a:lnTo>
                  <a:lnTo>
                    <a:pt x="1341704" y="263320"/>
                  </a:lnTo>
                  <a:lnTo>
                    <a:pt x="0" y="263320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41704" cy="30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91047" y="1400811"/>
            <a:ext cx="5633598" cy="999793"/>
            <a:chOff x="0" y="0"/>
            <a:chExt cx="1483746" cy="2633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3746" cy="263320"/>
            </a:xfrm>
            <a:custGeom>
              <a:avLst/>
              <a:gdLst/>
              <a:ahLst/>
              <a:cxnLst/>
              <a:rect l="l" t="t" r="r" b="b"/>
              <a:pathLst>
                <a:path w="1483746" h="263320">
                  <a:moveTo>
                    <a:pt x="0" y="0"/>
                  </a:moveTo>
                  <a:lnTo>
                    <a:pt x="1483746" y="0"/>
                  </a:lnTo>
                  <a:lnTo>
                    <a:pt x="1483746" y="263320"/>
                  </a:lnTo>
                  <a:lnTo>
                    <a:pt x="0" y="263320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83746" cy="30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238647" y="3844106"/>
            <a:ext cx="4621746" cy="3535636"/>
          </a:xfrm>
          <a:custGeom>
            <a:avLst/>
            <a:gdLst/>
            <a:ahLst/>
            <a:cxnLst/>
            <a:rect l="l" t="t" r="r" b="b"/>
            <a:pathLst>
              <a:path w="4621746" h="3535636">
                <a:moveTo>
                  <a:pt x="0" y="0"/>
                </a:moveTo>
                <a:lnTo>
                  <a:pt x="4621747" y="0"/>
                </a:lnTo>
                <a:lnTo>
                  <a:pt x="4621747" y="3535635"/>
                </a:lnTo>
                <a:lnTo>
                  <a:pt x="0" y="3535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7742906" y="4406776"/>
            <a:ext cx="1613229" cy="1613229"/>
          </a:xfrm>
          <a:custGeom>
            <a:avLst/>
            <a:gdLst/>
            <a:ahLst/>
            <a:cxnLst/>
            <a:rect l="l" t="t" r="r" b="b"/>
            <a:pathLst>
              <a:path w="1613229" h="1613229">
                <a:moveTo>
                  <a:pt x="0" y="0"/>
                </a:moveTo>
                <a:lnTo>
                  <a:pt x="1613229" y="0"/>
                </a:lnTo>
                <a:lnTo>
                  <a:pt x="1613229" y="1613229"/>
                </a:lnTo>
                <a:lnTo>
                  <a:pt x="0" y="1613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0" name="Group 10"/>
          <p:cNvGrpSpPr/>
          <p:nvPr/>
        </p:nvGrpSpPr>
        <p:grpSpPr>
          <a:xfrm>
            <a:off x="-6151627" y="0"/>
            <a:ext cx="11223847" cy="1122384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r="-50375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29470" y="7606771"/>
            <a:ext cx="5403459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Procesa información escolar ficticia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Identifica patrones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Apoya revisión y seguimiento</a:t>
            </a:r>
          </a:p>
          <a:p>
            <a:pPr marL="0" lvl="1" indent="0" algn="l">
              <a:lnSpc>
                <a:spcPts val="3900"/>
              </a:lnSpc>
              <a:spcBef>
                <a:spcPct val="0"/>
              </a:spcBef>
            </a:pPr>
            <a:endParaRPr lang="en-US" sz="3000">
              <a:solidFill>
                <a:srgbClr val="1A1A1A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825656" y="2587070"/>
            <a:ext cx="6223846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Requerimientos, atributos, variables y criterios psicopedagógicos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Diseñar arquitectura, modelo de datos, perfiles y protocolos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Implementar módulos principales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Construir data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Calibrar los criterios de alerta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Ejecutar pruebas funcionales de seguridad</a:t>
            </a:r>
          </a:p>
          <a:p>
            <a:pPr marL="647700" lvl="1" indent="-323850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Documentación (resultados, limitaciones y condiciones futuras)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07279" y="2778313"/>
            <a:ext cx="3908345" cy="60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sz="34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General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08644" y="1559378"/>
            <a:ext cx="4194564" cy="60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8"/>
              </a:lnSpc>
              <a:spcBef>
                <a:spcPct val="0"/>
              </a:spcBef>
            </a:pPr>
            <a:r>
              <a:rPr lang="en-US" sz="34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Específicos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8647" y="786596"/>
            <a:ext cx="4688439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</a:pPr>
            <a:r>
              <a:rPr lang="en-US" sz="8399" spc="-26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Objetivos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34076"/>
            <a:ext cx="5375116" cy="5431728"/>
          </a:xfrm>
          <a:custGeom>
            <a:avLst/>
            <a:gdLst/>
            <a:ahLst/>
            <a:cxnLst/>
            <a:rect l="l" t="t" r="r" b="b"/>
            <a:pathLst>
              <a:path w="5375116" h="5431728">
                <a:moveTo>
                  <a:pt x="0" y="0"/>
                </a:moveTo>
                <a:lnTo>
                  <a:pt x="5375116" y="0"/>
                </a:lnTo>
                <a:lnTo>
                  <a:pt x="5375116" y="5431728"/>
                </a:lnTo>
                <a:lnTo>
                  <a:pt x="0" y="5431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086" b="-86126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1660596" y="-669510"/>
            <a:ext cx="6548173" cy="10670381"/>
            <a:chOff x="0" y="0"/>
            <a:chExt cx="1724622" cy="28103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4622" cy="2810306"/>
            </a:xfrm>
            <a:custGeom>
              <a:avLst/>
              <a:gdLst/>
              <a:ahLst/>
              <a:cxnLst/>
              <a:rect l="l" t="t" r="r" b="b"/>
              <a:pathLst>
                <a:path w="1724622" h="2810306">
                  <a:moveTo>
                    <a:pt x="0" y="0"/>
                  </a:moveTo>
                  <a:lnTo>
                    <a:pt x="1724622" y="0"/>
                  </a:lnTo>
                  <a:lnTo>
                    <a:pt x="1724622" y="2810306"/>
                  </a:lnTo>
                  <a:lnTo>
                    <a:pt x="0" y="281030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24622" cy="286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58928" y="3211601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899"/>
                </a:lnTo>
                <a:lnTo>
                  <a:pt x="0" y="193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8162277" y="4430513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900"/>
                </a:lnTo>
                <a:lnTo>
                  <a:pt x="0" y="1931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8500207" y="5695950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899"/>
                </a:lnTo>
                <a:lnTo>
                  <a:pt x="0" y="193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12856500" y="1905606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TextBox 10"/>
          <p:cNvSpPr txBox="1"/>
          <p:nvPr/>
        </p:nvSpPr>
        <p:spPr>
          <a:xfrm>
            <a:off x="1028700" y="1152525"/>
            <a:ext cx="713357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  <a:spcBef>
                <a:spcPct val="0"/>
              </a:spcBef>
            </a:pPr>
            <a:r>
              <a:rPr lang="en-US" sz="8399" spc="-26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Metodología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2596" y="631060"/>
            <a:ext cx="3342807" cy="202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Iterativo </a:t>
            </a:r>
          </a:p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</a:p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Incremental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0996" y="7323559"/>
            <a:ext cx="2727372" cy="1430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90"/>
              </a:lnSpc>
              <a:spcBef>
                <a:spcPct val="0"/>
              </a:spcBef>
            </a:pPr>
            <a:r>
              <a:rPr lang="en-US" sz="10476" spc="-324">
                <a:solidFill>
                  <a:srgbClr val="D8D8D8"/>
                </a:solidFill>
                <a:latin typeface="Poly"/>
                <a:ea typeface="Poly"/>
                <a:cs typeface="Poly"/>
                <a:sym typeface="Poly"/>
              </a:rPr>
              <a:t>EDT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4151" y="7910195"/>
            <a:ext cx="3342807" cy="134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Modulos funcionales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08832" y="4263275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5148" y="5446448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06958" y="6824357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2138" y="-600604"/>
            <a:ext cx="19681549" cy="3026619"/>
          </a:xfrm>
          <a:prstGeom prst="rect">
            <a:avLst/>
          </a:prstGeom>
          <a:solidFill>
            <a:srgbClr val="001E32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578988" y="488012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3" y="0"/>
                </a:lnTo>
                <a:lnTo>
                  <a:pt x="1157403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TextBox 4"/>
          <p:cNvSpPr txBox="1"/>
          <p:nvPr/>
        </p:nvSpPr>
        <p:spPr>
          <a:xfrm>
            <a:off x="896249" y="685023"/>
            <a:ext cx="4298120" cy="994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55"/>
              </a:lnSpc>
            </a:pPr>
            <a:r>
              <a:rPr lang="en-US" sz="6715">
                <a:solidFill>
                  <a:srgbClr val="D8D8D8"/>
                </a:solidFill>
                <a:latin typeface="Poly"/>
                <a:ea typeface="Poly"/>
                <a:cs typeface="Poly"/>
                <a:sym typeface="Poly"/>
              </a:rPr>
              <a:t>Evidencias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78825" y="5064390"/>
            <a:ext cx="4381528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Documento de requerimientos y planificación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78825" y="7112760"/>
            <a:ext cx="3875602" cy="415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técnico y prototipo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78825" y="8737512"/>
            <a:ext cx="4381528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Incremento funcional y registro de desarrollo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844" y="2726916"/>
            <a:ext cx="4733386" cy="154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8"/>
              </a:lnSpc>
            </a:pPr>
            <a:r>
              <a:rPr lang="en-US" sz="526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Evidencias de Avance</a:t>
            </a:r>
          </a:p>
        </p:txBody>
      </p:sp>
      <p:sp>
        <p:nvSpPr>
          <p:cNvPr id="9" name="Freeform 9"/>
          <p:cNvSpPr/>
          <p:nvPr/>
        </p:nvSpPr>
        <p:spPr>
          <a:xfrm>
            <a:off x="562746" y="671894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3" y="0"/>
                </a:lnTo>
                <a:lnTo>
                  <a:pt x="1157403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578988" y="8642660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3" y="0"/>
                </a:lnTo>
                <a:lnTo>
                  <a:pt x="1157403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TextBox 11"/>
          <p:cNvSpPr txBox="1"/>
          <p:nvPr/>
        </p:nvSpPr>
        <p:spPr>
          <a:xfrm>
            <a:off x="9725630" y="2738781"/>
            <a:ext cx="4733386" cy="154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8"/>
              </a:lnSpc>
            </a:pPr>
            <a:r>
              <a:rPr lang="en-US" sz="526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Evidencias Finales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9741872" y="488012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4" y="0"/>
                </a:lnTo>
                <a:lnTo>
                  <a:pt x="1157404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11320881" y="5064390"/>
            <a:ext cx="3559740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Aplicación web funcional ATEDA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20881" y="6903210"/>
            <a:ext cx="4831240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Informe de calibración, pruebas y documentación</a:t>
            </a:r>
          </a:p>
        </p:txBody>
      </p:sp>
      <p:sp>
        <p:nvSpPr>
          <p:cNvPr id="15" name="Freeform 15"/>
          <p:cNvSpPr/>
          <p:nvPr/>
        </p:nvSpPr>
        <p:spPr>
          <a:xfrm>
            <a:off x="9725630" y="671894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4" y="0"/>
                </a:lnTo>
                <a:lnTo>
                  <a:pt x="1157404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10723" y="-192481"/>
            <a:ext cx="9910837" cy="10671962"/>
            <a:chOff x="0" y="0"/>
            <a:chExt cx="13214449" cy="1422928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121" r="19121"/>
            <a:stretch>
              <a:fillRect/>
            </a:stretch>
          </p:blipFill>
          <p:spPr>
            <a:xfrm>
              <a:off x="0" y="0"/>
              <a:ext cx="13214449" cy="14229282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57034" y="1697132"/>
            <a:ext cx="8553677" cy="798641"/>
            <a:chOff x="0" y="0"/>
            <a:chExt cx="2252820" cy="2103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034" y="2636358"/>
            <a:ext cx="8553677" cy="798641"/>
            <a:chOff x="0" y="0"/>
            <a:chExt cx="2252820" cy="2103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7034" y="3577873"/>
            <a:ext cx="8553677" cy="798641"/>
            <a:chOff x="0" y="0"/>
            <a:chExt cx="2252820" cy="2103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7034" y="4518734"/>
            <a:ext cx="8553677" cy="798641"/>
            <a:chOff x="0" y="0"/>
            <a:chExt cx="2252820" cy="2103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7034" y="5457296"/>
            <a:ext cx="8553677" cy="798641"/>
            <a:chOff x="0" y="0"/>
            <a:chExt cx="2252820" cy="2103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7034" y="6395858"/>
            <a:ext cx="8553677" cy="798641"/>
            <a:chOff x="0" y="0"/>
            <a:chExt cx="2252820" cy="2103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7034" y="7346899"/>
            <a:ext cx="8553677" cy="798641"/>
            <a:chOff x="0" y="0"/>
            <a:chExt cx="2252820" cy="2103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57034" y="8297939"/>
            <a:ext cx="8553677" cy="798641"/>
            <a:chOff x="0" y="0"/>
            <a:chExt cx="2252820" cy="2103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57034" y="9248980"/>
            <a:ext cx="8553677" cy="798641"/>
            <a:chOff x="0" y="0"/>
            <a:chExt cx="2252820" cy="2103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24605" y="307140"/>
            <a:ext cx="5762154" cy="96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4"/>
              </a:lnSpc>
            </a:pPr>
            <a:r>
              <a:rPr lang="en-US" sz="625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Plan de Trabajo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05801" y="167808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05801" y="2617308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8375" y="1843801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Definición del proyecto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375" y="2783028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 y elaboración de la EDT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05801" y="3558823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8375" y="3724543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técnico del sistema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05801" y="451191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8375" y="4665404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Definición de protocolos y casos ficticios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05801" y="5450725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8375" y="5603966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Construcción de la aplicación base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05801" y="6389287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8375" y="6542528"/>
            <a:ext cx="66092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Carga, validación y almacenamiento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647163" y="4608165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8375" y="7493569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 de alertas y seguimiento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647163" y="5686648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8375" y="8444609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Calibración y Pruebas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647163" y="676513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8375" y="9395650"/>
            <a:ext cx="66092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Despliegue y documentación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05801" y="7261086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05801" y="8347701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05801" y="9287080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1840" y="5743893"/>
            <a:ext cx="19134859" cy="4776021"/>
            <a:chOff x="0" y="0"/>
            <a:chExt cx="5039634" cy="12578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34" cy="1257882"/>
            </a:xfrm>
            <a:custGeom>
              <a:avLst/>
              <a:gdLst/>
              <a:ahLst/>
              <a:cxnLst/>
              <a:rect l="l" t="t" r="r" b="b"/>
              <a:pathLst>
                <a:path w="5039634" h="1257882">
                  <a:moveTo>
                    <a:pt x="0" y="0"/>
                  </a:moveTo>
                  <a:lnTo>
                    <a:pt x="5039634" y="0"/>
                  </a:lnTo>
                  <a:lnTo>
                    <a:pt x="5039634" y="1257882"/>
                  </a:lnTo>
                  <a:lnTo>
                    <a:pt x="0" y="125788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39634" cy="1295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95020" y="-2036821"/>
            <a:ext cx="19278039" cy="5246370"/>
            <a:chOff x="0" y="0"/>
            <a:chExt cx="298667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6673" cy="812800"/>
            </a:xfrm>
            <a:custGeom>
              <a:avLst/>
              <a:gdLst/>
              <a:ahLst/>
              <a:cxnLst/>
              <a:rect l="l" t="t" r="r" b="b"/>
              <a:pathLst>
                <a:path w="2986673" h="812800">
                  <a:moveTo>
                    <a:pt x="0" y="0"/>
                  </a:moveTo>
                  <a:lnTo>
                    <a:pt x="2986673" y="0"/>
                  </a:lnTo>
                  <a:lnTo>
                    <a:pt x="298667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34295" b="-110061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79784" y="4604617"/>
            <a:ext cx="10971928" cy="84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1"/>
              </a:lnSpc>
            </a:pPr>
            <a:r>
              <a:rPr lang="en-US" sz="4858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18 Semanas de actividades progresivas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7199" y="6417392"/>
            <a:ext cx="12968023" cy="2936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656" lvl="1" indent="-474828" algn="l">
              <a:lnSpc>
                <a:spcPts val="6158"/>
              </a:lnSpc>
              <a:buFont typeface="Arial"/>
              <a:buChar char="•"/>
            </a:pPr>
            <a:r>
              <a:rPr lang="en-US" sz="43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Definición y planificación</a:t>
            </a:r>
          </a:p>
          <a:p>
            <a:pPr marL="949656" lvl="1" indent="-474828" algn="l">
              <a:lnSpc>
                <a:spcPts val="10996"/>
              </a:lnSpc>
              <a:buFont typeface="Arial"/>
              <a:buChar char="•"/>
            </a:pPr>
            <a:r>
              <a:rPr lang="en-US" sz="43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Diseño, desarrollo, calibración y pruebas</a:t>
            </a:r>
          </a:p>
          <a:p>
            <a:pPr marL="949656" lvl="1" indent="-474828" algn="l">
              <a:lnSpc>
                <a:spcPts val="6158"/>
              </a:lnSpc>
              <a:buFont typeface="Arial"/>
              <a:buChar char="•"/>
            </a:pPr>
            <a:r>
              <a:rPr lang="en-US" sz="43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Despliegue, documentación y cierre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0734" y="3605448"/>
            <a:ext cx="7680886" cy="102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0"/>
              </a:lnSpc>
            </a:pPr>
            <a:r>
              <a:rPr lang="en-US" sz="7447" spc="-23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Carta Gantt e Hitos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1840" y="5743893"/>
            <a:ext cx="19134859" cy="4776021"/>
            <a:chOff x="0" y="0"/>
            <a:chExt cx="5039634" cy="12578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34" cy="1257882"/>
            </a:xfrm>
            <a:custGeom>
              <a:avLst/>
              <a:gdLst/>
              <a:ahLst/>
              <a:cxnLst/>
              <a:rect l="l" t="t" r="r" b="b"/>
              <a:pathLst>
                <a:path w="5039634" h="1257882">
                  <a:moveTo>
                    <a:pt x="0" y="0"/>
                  </a:moveTo>
                  <a:lnTo>
                    <a:pt x="5039634" y="0"/>
                  </a:lnTo>
                  <a:lnTo>
                    <a:pt x="5039634" y="1257882"/>
                  </a:lnTo>
                  <a:lnTo>
                    <a:pt x="0" y="125788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39634" cy="1295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90645" y="764789"/>
            <a:ext cx="17906711" cy="8865217"/>
          </a:xfrm>
          <a:custGeom>
            <a:avLst/>
            <a:gdLst/>
            <a:ahLst/>
            <a:cxnLst/>
            <a:rect l="l" t="t" r="r" b="b"/>
            <a:pathLst>
              <a:path w="17906711" h="8865217">
                <a:moveTo>
                  <a:pt x="0" y="0"/>
                </a:moveTo>
                <a:lnTo>
                  <a:pt x="17906710" y="0"/>
                </a:lnTo>
                <a:lnTo>
                  <a:pt x="17906710" y="8865216"/>
                </a:lnTo>
                <a:lnTo>
                  <a:pt x="0" y="8865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23" b="-607"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2024" y="-1374379"/>
            <a:ext cx="6639827" cy="11636661"/>
            <a:chOff x="0" y="0"/>
            <a:chExt cx="2247162" cy="39382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7162" cy="3938274"/>
            </a:xfrm>
            <a:custGeom>
              <a:avLst/>
              <a:gdLst/>
              <a:ahLst/>
              <a:cxnLst/>
              <a:rect l="l" t="t" r="r" b="b"/>
              <a:pathLst>
                <a:path w="2247162" h="3938274">
                  <a:moveTo>
                    <a:pt x="0" y="0"/>
                  </a:moveTo>
                  <a:lnTo>
                    <a:pt x="2247162" y="0"/>
                  </a:lnTo>
                  <a:lnTo>
                    <a:pt x="2247162" y="3938274"/>
                  </a:lnTo>
                  <a:lnTo>
                    <a:pt x="0" y="3938274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4" name="Group 4"/>
          <p:cNvGrpSpPr/>
          <p:nvPr/>
        </p:nvGrpSpPr>
        <p:grpSpPr>
          <a:xfrm rot="-5400000">
            <a:off x="2066507" y="2970521"/>
            <a:ext cx="6639827" cy="4952524"/>
            <a:chOff x="0" y="0"/>
            <a:chExt cx="2247162" cy="16761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7162" cy="1676116"/>
            </a:xfrm>
            <a:custGeom>
              <a:avLst/>
              <a:gdLst/>
              <a:ahLst/>
              <a:cxnLst/>
              <a:rect l="l" t="t" r="r" b="b"/>
              <a:pathLst>
                <a:path w="2247162" h="1676116">
                  <a:moveTo>
                    <a:pt x="0" y="0"/>
                  </a:moveTo>
                  <a:lnTo>
                    <a:pt x="2247162" y="0"/>
                  </a:lnTo>
                  <a:lnTo>
                    <a:pt x="2247162" y="1676116"/>
                  </a:lnTo>
                  <a:lnTo>
                    <a:pt x="0" y="167611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08525" y="2513803"/>
            <a:ext cx="4754880" cy="6609055"/>
            <a:chOff x="0" y="0"/>
            <a:chExt cx="6339840" cy="8812074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5151" r="47004"/>
            <a:stretch>
              <a:fillRect/>
            </a:stretch>
          </p:blipFill>
          <p:spPr>
            <a:xfrm>
              <a:off x="0" y="0"/>
              <a:ext cx="6339840" cy="8812074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5400000">
            <a:off x="10276541" y="2970521"/>
            <a:ext cx="6639827" cy="4952524"/>
            <a:chOff x="0" y="0"/>
            <a:chExt cx="2247162" cy="16761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7162" cy="1676116"/>
            </a:xfrm>
            <a:custGeom>
              <a:avLst/>
              <a:gdLst/>
              <a:ahLst/>
              <a:cxnLst/>
              <a:rect l="l" t="t" r="r" b="b"/>
              <a:pathLst>
                <a:path w="2247162" h="1676116">
                  <a:moveTo>
                    <a:pt x="0" y="0"/>
                  </a:moveTo>
                  <a:lnTo>
                    <a:pt x="2247162" y="0"/>
                  </a:lnTo>
                  <a:lnTo>
                    <a:pt x="2247162" y="1676116"/>
                  </a:lnTo>
                  <a:lnTo>
                    <a:pt x="0" y="167611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27851" y="2513803"/>
            <a:ext cx="4754880" cy="6609055"/>
            <a:chOff x="0" y="0"/>
            <a:chExt cx="552754" cy="7683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2754" cy="768302"/>
            </a:xfrm>
            <a:custGeom>
              <a:avLst/>
              <a:gdLst/>
              <a:ahLst/>
              <a:cxnLst/>
              <a:rect l="l" t="t" r="r" b="b"/>
              <a:pathLst>
                <a:path w="552754" h="768302">
                  <a:moveTo>
                    <a:pt x="0" y="0"/>
                  </a:moveTo>
                  <a:lnTo>
                    <a:pt x="552754" y="0"/>
                  </a:lnTo>
                  <a:lnTo>
                    <a:pt x="552754" y="768302"/>
                  </a:lnTo>
                  <a:lnTo>
                    <a:pt x="0" y="768302"/>
                  </a:lnTo>
                  <a:close/>
                </a:path>
              </a:pathLst>
            </a:custGeom>
            <a:blipFill>
              <a:blip r:embed="rId3"/>
              <a:stretch>
                <a:fillRect l="-54507" r="-5450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94930" y="5143500"/>
            <a:ext cx="2800673" cy="1442347"/>
          </a:xfrm>
          <a:custGeom>
            <a:avLst/>
            <a:gdLst/>
            <a:ahLst/>
            <a:cxnLst/>
            <a:rect l="l" t="t" r="r" b="b"/>
            <a:pathLst>
              <a:path w="2800673" h="1442347">
                <a:moveTo>
                  <a:pt x="0" y="0"/>
                </a:moveTo>
                <a:lnTo>
                  <a:pt x="2800673" y="0"/>
                </a:lnTo>
                <a:lnTo>
                  <a:pt x="2800673" y="1442347"/>
                </a:lnTo>
                <a:lnTo>
                  <a:pt x="0" y="1442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8028653" y="709411"/>
            <a:ext cx="2603436" cy="109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1"/>
              </a:lnSpc>
            </a:pPr>
            <a:r>
              <a:rPr lang="en-US" sz="676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Cierre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Personalizado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Glacial Indifference</vt:lpstr>
      <vt:lpstr>Calibri</vt:lpstr>
      <vt:lpstr>Arial</vt:lpstr>
      <vt:lpstr>Poly</vt:lpstr>
      <vt:lpstr>Glacial Indifference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profesional duoc</dc:title>
  <dc:creator>benjamin tapia</dc:creator>
  <cp:lastModifiedBy>BENJAMIN . TAPIA VERGARA</cp:lastModifiedBy>
  <cp:revision>1</cp:revision>
  <dcterms:created xsi:type="dcterms:W3CDTF">2006-08-16T00:00:00Z</dcterms:created>
  <dcterms:modified xsi:type="dcterms:W3CDTF">2026-08-31T13:26:02Z</dcterms:modified>
  <dc:identifier>DAHT0naFj4E</dc:identifier>
</cp:coreProperties>
</file>