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Glacial Indifference" charset="1" panose="00000000000000000000"/>
      <p:regular r:id="rId23"/>
    </p:embeddedFont>
    <p:embeddedFont>
      <p:font typeface="Poly" charset="1" panose="02040503050400000004"/>
      <p:regular r:id="rId24"/>
    </p:embeddedFont>
    <p:embeddedFont>
      <p:font typeface="Glacial Indifference Bold" charset="1" panose="000008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png" Type="http://schemas.openxmlformats.org/officeDocument/2006/relationships/image"/><Relationship Id="rId11" Target="../media/image11.svg" Type="http://schemas.openxmlformats.org/officeDocument/2006/relationships/image"/><Relationship Id="rId12" Target="../media/image12.png" Type="http://schemas.openxmlformats.org/officeDocument/2006/relationships/image"/><Relationship Id="rId13" Target="../media/image13.svg" Type="http://schemas.openxmlformats.org/officeDocument/2006/relationships/image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6.png" Type="http://schemas.openxmlformats.org/officeDocument/2006/relationships/image"/><Relationship Id="rId7" Target="../media/image7.svg" Type="http://schemas.openxmlformats.org/officeDocument/2006/relationships/image"/><Relationship Id="rId8" Target="../media/image8.png" Type="http://schemas.openxmlformats.org/officeDocument/2006/relationships/image"/><Relationship Id="rId9" Target="../media/image9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.png" Type="http://schemas.openxmlformats.org/officeDocument/2006/relationships/image"/><Relationship Id="rId11" Target="../media/image23.svg" Type="http://schemas.openxmlformats.org/officeDocument/2006/relationships/image"/><Relationship Id="rId12" Target="../media/image24.png" Type="http://schemas.openxmlformats.org/officeDocument/2006/relationships/image"/><Relationship Id="rId13" Target="../media/image25.png" Type="http://schemas.openxmlformats.org/officeDocument/2006/relationships/image"/><Relationship Id="rId14" Target="../media/image26.svg" Type="http://schemas.openxmlformats.org/officeDocument/2006/relationships/image"/><Relationship Id="rId15" Target="../media/image27.png" Type="http://schemas.openxmlformats.org/officeDocument/2006/relationships/image"/><Relationship Id="rId16" Target="../media/image28.svg" Type="http://schemas.openxmlformats.org/officeDocument/2006/relationships/image"/><Relationship Id="rId17" Target="../media/image29.png" Type="http://schemas.openxmlformats.org/officeDocument/2006/relationships/image"/><Relationship Id="rId18" Target="../media/image30.jpeg" Type="http://schemas.openxmlformats.org/officeDocument/2006/relationships/image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8.png" Type="http://schemas.openxmlformats.org/officeDocument/2006/relationships/image"/><Relationship Id="rId7" Target="../media/image19.png" Type="http://schemas.openxmlformats.org/officeDocument/2006/relationships/image"/><Relationship Id="rId8" Target="../media/image20.png" Type="http://schemas.openxmlformats.org/officeDocument/2006/relationships/image"/><Relationship Id="rId9" Target="../media/image2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8.png" Type="http://schemas.openxmlformats.org/officeDocument/2006/relationships/image"/><Relationship Id="rId11" Target="../media/image39.svg" Type="http://schemas.openxmlformats.org/officeDocument/2006/relationships/image"/><Relationship Id="rId12" Target="../media/image40.png" Type="http://schemas.openxmlformats.org/officeDocument/2006/relationships/image"/><Relationship Id="rId13" Target="../media/image41.svg" Type="http://schemas.openxmlformats.org/officeDocument/2006/relationships/image"/><Relationship Id="rId14" Target="../media/image42.png" Type="http://schemas.openxmlformats.org/officeDocument/2006/relationships/image"/><Relationship Id="rId15" Target="../media/image43.svg" Type="http://schemas.openxmlformats.org/officeDocument/2006/relationships/image"/><Relationship Id="rId16" Target="../media/image44.png" Type="http://schemas.openxmlformats.org/officeDocument/2006/relationships/image"/><Relationship Id="rId17" Target="../media/image45.svg" Type="http://schemas.openxmlformats.org/officeDocument/2006/relationships/image"/><Relationship Id="rId18" Target="../media/image46.png" Type="http://schemas.openxmlformats.org/officeDocument/2006/relationships/image"/><Relationship Id="rId19" Target="../media/image47.svg" Type="http://schemas.openxmlformats.org/officeDocument/2006/relationships/image"/><Relationship Id="rId2" Target="../media/image32.png" Type="http://schemas.openxmlformats.org/officeDocument/2006/relationships/image"/><Relationship Id="rId20" Target="../media/image48.png" Type="http://schemas.openxmlformats.org/officeDocument/2006/relationships/image"/><Relationship Id="rId21" Target="../media/image49.svg" Type="http://schemas.openxmlformats.org/officeDocument/2006/relationships/image"/><Relationship Id="rId22" Target="../media/image50.png" Type="http://schemas.openxmlformats.org/officeDocument/2006/relationships/image"/><Relationship Id="rId23" Target="../media/image51.svg" Type="http://schemas.openxmlformats.org/officeDocument/2006/relationships/image"/><Relationship Id="rId24" Target="../media/image52.png" Type="http://schemas.openxmlformats.org/officeDocument/2006/relationships/image"/><Relationship Id="rId25" Target="../media/image53.svg" Type="http://schemas.openxmlformats.org/officeDocument/2006/relationships/image"/><Relationship Id="rId3" Target="../media/image33.png" Type="http://schemas.openxmlformats.org/officeDocument/2006/relationships/image"/><Relationship Id="rId4" Target="../media/image34.svg" Type="http://schemas.openxmlformats.org/officeDocument/2006/relationships/image"/><Relationship Id="rId5" Target="../media/image35.png" Type="http://schemas.openxmlformats.org/officeDocument/2006/relationships/image"/><Relationship Id="rId6" Target="../media/image36.png" Type="http://schemas.openxmlformats.org/officeDocument/2006/relationships/image"/><Relationship Id="rId7" Target="../media/image37.svg" Type="http://schemas.openxmlformats.org/officeDocument/2006/relationships/image"/><Relationship Id="rId8" Target="../media/image27.png" Type="http://schemas.openxmlformats.org/officeDocument/2006/relationships/image"/><Relationship Id="rId9" Target="../media/image2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4.png" Type="http://schemas.openxmlformats.org/officeDocument/2006/relationships/image"/><Relationship Id="rId11" Target="../media/image45.svg" Type="http://schemas.openxmlformats.org/officeDocument/2006/relationships/image"/><Relationship Id="rId2" Target="../media/image27.png" Type="http://schemas.openxmlformats.org/officeDocument/2006/relationships/image"/><Relationship Id="rId3" Target="../media/image28.svg" Type="http://schemas.openxmlformats.org/officeDocument/2006/relationships/image"/><Relationship Id="rId4" Target="../media/image38.png" Type="http://schemas.openxmlformats.org/officeDocument/2006/relationships/image"/><Relationship Id="rId5" Target="../media/image39.svg" Type="http://schemas.openxmlformats.org/officeDocument/2006/relationships/image"/><Relationship Id="rId6" Target="../media/image40.png" Type="http://schemas.openxmlformats.org/officeDocument/2006/relationships/image"/><Relationship Id="rId7" Target="../media/image41.svg" Type="http://schemas.openxmlformats.org/officeDocument/2006/relationships/image"/><Relationship Id="rId8" Target="../media/image42.png" Type="http://schemas.openxmlformats.org/officeDocument/2006/relationships/image"/><Relationship Id="rId9" Target="../media/image4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4.jpeg" Type="http://schemas.openxmlformats.org/officeDocument/2006/relationships/image"/><Relationship Id="rId3" Target="../media/image55.png" Type="http://schemas.openxmlformats.org/officeDocument/2006/relationships/image"/><Relationship Id="rId4" Target="../media/image56.png" Type="http://schemas.openxmlformats.org/officeDocument/2006/relationships/image"/><Relationship Id="rId5" Target="../media/image5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6.png" Type="http://schemas.openxmlformats.org/officeDocument/2006/relationships/image"/><Relationship Id="rId11" Target="../media/image67.svg" Type="http://schemas.openxmlformats.org/officeDocument/2006/relationships/image"/><Relationship Id="rId12" Target="../media/image68.png" Type="http://schemas.openxmlformats.org/officeDocument/2006/relationships/image"/><Relationship Id="rId13" Target="../media/image69.png" Type="http://schemas.openxmlformats.org/officeDocument/2006/relationships/image"/><Relationship Id="rId14" Target="../media/image70.svg" Type="http://schemas.openxmlformats.org/officeDocument/2006/relationships/image"/><Relationship Id="rId15" Target="../media/image71.png" Type="http://schemas.openxmlformats.org/officeDocument/2006/relationships/image"/><Relationship Id="rId16" Target="../media/image72.png" Type="http://schemas.openxmlformats.org/officeDocument/2006/relationships/image"/><Relationship Id="rId17" Target="../media/image73.png" Type="http://schemas.openxmlformats.org/officeDocument/2006/relationships/image"/><Relationship Id="rId18" Target="../media/image74.svg" Type="http://schemas.openxmlformats.org/officeDocument/2006/relationships/image"/><Relationship Id="rId2" Target="../media/image58.jpeg" Type="http://schemas.openxmlformats.org/officeDocument/2006/relationships/image"/><Relationship Id="rId3" Target="../media/image59.png" Type="http://schemas.openxmlformats.org/officeDocument/2006/relationships/image"/><Relationship Id="rId4" Target="../media/image60.svg" Type="http://schemas.openxmlformats.org/officeDocument/2006/relationships/image"/><Relationship Id="rId5" Target="../media/image61.png" Type="http://schemas.openxmlformats.org/officeDocument/2006/relationships/image"/><Relationship Id="rId6" Target="../media/image62.svg" Type="http://schemas.openxmlformats.org/officeDocument/2006/relationships/image"/><Relationship Id="rId7" Target="../media/image63.png" Type="http://schemas.openxmlformats.org/officeDocument/2006/relationships/image"/><Relationship Id="rId8" Target="../media/image64.png" Type="http://schemas.openxmlformats.org/officeDocument/2006/relationships/image"/><Relationship Id="rId9" Target="../media/image65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4.png" Type="http://schemas.openxmlformats.org/officeDocument/2006/relationships/image"/><Relationship Id="rId11" Target="../media/image45.svg" Type="http://schemas.openxmlformats.org/officeDocument/2006/relationships/image"/><Relationship Id="rId12" Target="../media/image75.png" Type="http://schemas.openxmlformats.org/officeDocument/2006/relationships/image"/><Relationship Id="rId13" Target="../media/image76.svg" Type="http://schemas.openxmlformats.org/officeDocument/2006/relationships/image"/><Relationship Id="rId14" Target="../media/image77.png" Type="http://schemas.openxmlformats.org/officeDocument/2006/relationships/image"/><Relationship Id="rId15" Target="../media/image78.svg" Type="http://schemas.openxmlformats.org/officeDocument/2006/relationships/image"/><Relationship Id="rId16" Target="../media/image79.png" Type="http://schemas.openxmlformats.org/officeDocument/2006/relationships/image"/><Relationship Id="rId17" Target="../media/image80.svg" Type="http://schemas.openxmlformats.org/officeDocument/2006/relationships/image"/><Relationship Id="rId18" Target="../media/image81.png" Type="http://schemas.openxmlformats.org/officeDocument/2006/relationships/image"/><Relationship Id="rId19" Target="../media/image82.svg" Type="http://schemas.openxmlformats.org/officeDocument/2006/relationships/image"/><Relationship Id="rId2" Target="../media/image27.png" Type="http://schemas.openxmlformats.org/officeDocument/2006/relationships/image"/><Relationship Id="rId20" Target="../media/image83.png" Type="http://schemas.openxmlformats.org/officeDocument/2006/relationships/image"/><Relationship Id="rId21" Target="../media/image84.svg" Type="http://schemas.openxmlformats.org/officeDocument/2006/relationships/image"/><Relationship Id="rId3" Target="../media/image28.svg" Type="http://schemas.openxmlformats.org/officeDocument/2006/relationships/image"/><Relationship Id="rId4" Target="../media/image38.png" Type="http://schemas.openxmlformats.org/officeDocument/2006/relationships/image"/><Relationship Id="rId5" Target="../media/image39.svg" Type="http://schemas.openxmlformats.org/officeDocument/2006/relationships/image"/><Relationship Id="rId6" Target="../media/image40.png" Type="http://schemas.openxmlformats.org/officeDocument/2006/relationships/image"/><Relationship Id="rId7" Target="../media/image41.svg" Type="http://schemas.openxmlformats.org/officeDocument/2006/relationships/image"/><Relationship Id="rId8" Target="../media/image42.png" Type="http://schemas.openxmlformats.org/officeDocument/2006/relationships/image"/><Relationship Id="rId9" Target="../media/image43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5.png" Type="http://schemas.openxmlformats.org/officeDocument/2006/relationships/image"/><Relationship Id="rId3" Target="../media/image86.svg" Type="http://schemas.openxmlformats.org/officeDocument/2006/relationships/image"/><Relationship Id="rId4" Target="../media/image87.png" Type="http://schemas.openxmlformats.org/officeDocument/2006/relationships/image"/><Relationship Id="rId5" Target="../media/image88.svg" Type="http://schemas.openxmlformats.org/officeDocument/2006/relationships/image"/><Relationship Id="rId6" Target="../media/image89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0.png" Type="http://schemas.openxmlformats.org/officeDocument/2006/relationships/image"/><Relationship Id="rId3" Target="../media/image91.svg" Type="http://schemas.openxmlformats.org/officeDocument/2006/relationships/image"/><Relationship Id="rId4" Target="../media/image92.png" Type="http://schemas.openxmlformats.org/officeDocument/2006/relationships/image"/><Relationship Id="rId5" Target="../media/image93.svg" Type="http://schemas.openxmlformats.org/officeDocument/2006/relationships/image"/><Relationship Id="rId6" Target="../media/image94.png" Type="http://schemas.openxmlformats.org/officeDocument/2006/relationships/image"/><Relationship Id="rId7" Target="../media/image95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6.png" Type="http://schemas.openxmlformats.org/officeDocument/2006/relationships/image"/><Relationship Id="rId3" Target="../media/image97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8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9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0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1.jpeg" Type="http://schemas.openxmlformats.org/officeDocument/2006/relationships/image"/><Relationship Id="rId3" Target="../media/image102.jpeg" Type="http://schemas.openxmlformats.org/officeDocument/2006/relationships/image"/><Relationship Id="rId4" Target="../media/image103.png" Type="http://schemas.openxmlformats.org/officeDocument/2006/relationships/image"/><Relationship Id="rId5" Target="../media/image10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458076" y="453196"/>
            <a:ext cx="3371848" cy="828913"/>
          </a:xfrm>
          <a:custGeom>
            <a:avLst/>
            <a:gdLst/>
            <a:ahLst/>
            <a:cxnLst/>
            <a:rect r="r" b="b" t="t" l="l"/>
            <a:pathLst>
              <a:path h="828913" w="3371848">
                <a:moveTo>
                  <a:pt x="0" y="0"/>
                </a:moveTo>
                <a:lnTo>
                  <a:pt x="3371848" y="0"/>
                </a:lnTo>
                <a:lnTo>
                  <a:pt x="3371848" y="828912"/>
                </a:lnTo>
                <a:lnTo>
                  <a:pt x="0" y="82891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2246950" y="8629567"/>
            <a:ext cx="4416739" cy="3516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3"/>
              </a:lnSpc>
            </a:pPr>
            <a:r>
              <a:rPr lang="en-US" sz="2230">
                <a:solidFill>
                  <a:srgbClr val="001E32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Integrante: Benjamin Tapia Vergara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391729" y="2626647"/>
            <a:ext cx="5504542" cy="4117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7"/>
              </a:lnSpc>
            </a:pPr>
            <a:r>
              <a:rPr lang="en-US" sz="3478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Proyecto portafolio de título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205960" y="1576427"/>
            <a:ext cx="5876081" cy="3213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8"/>
              </a:lnSpc>
            </a:pPr>
            <a:r>
              <a:rPr lang="en-US" sz="2744" spc="181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INSTITUTO PROFESIONAL DUOC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64770" y="2082613"/>
            <a:ext cx="2358461" cy="248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3"/>
              </a:lnSpc>
            </a:pPr>
            <a:r>
              <a:rPr lang="en-US" sz="2088" spc="137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SEDE ALAMEDA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1820" y="4999507"/>
            <a:ext cx="15224360" cy="2530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32"/>
              </a:lnSpc>
            </a:pPr>
            <a:r>
              <a:rPr lang="en-US" sz="5818" spc="407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Sistema de alerta temprana para la identificación de estudiantes con posibles dificultades de aprendizaje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236023" y="3486089"/>
            <a:ext cx="3815953" cy="1484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133"/>
              </a:lnSpc>
              <a:spcBef>
                <a:spcPct val="0"/>
              </a:spcBef>
            </a:pPr>
            <a:r>
              <a:rPr lang="en-US" sz="8666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ATEDA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061968" y="9072954"/>
            <a:ext cx="4601721" cy="3516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33"/>
              </a:lnSpc>
            </a:pPr>
            <a:r>
              <a:rPr lang="en-US" sz="2230">
                <a:solidFill>
                  <a:srgbClr val="001E32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Profesor guia: Felipe Krauss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154459" y="9542400"/>
            <a:ext cx="4601721" cy="3516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33"/>
              </a:lnSpc>
            </a:pPr>
            <a:r>
              <a:rPr lang="en-US" sz="2230">
                <a:solidFill>
                  <a:srgbClr val="001E32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Santiago,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16896" y="-161925"/>
            <a:ext cx="6621123" cy="10880955"/>
            <a:chOff x="0" y="0"/>
            <a:chExt cx="1743835" cy="28657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43835" cy="2865766"/>
            </a:xfrm>
            <a:custGeom>
              <a:avLst/>
              <a:gdLst/>
              <a:ahLst/>
              <a:cxnLst/>
              <a:rect r="r" b="b" t="t" l="l"/>
              <a:pathLst>
                <a:path h="2865766" w="1743835">
                  <a:moveTo>
                    <a:pt x="0" y="0"/>
                  </a:moveTo>
                  <a:lnTo>
                    <a:pt x="1743835" y="0"/>
                  </a:lnTo>
                  <a:lnTo>
                    <a:pt x="1743835" y="2865766"/>
                  </a:lnTo>
                  <a:lnTo>
                    <a:pt x="0" y="2865766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743835" cy="29229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335134" y="5594933"/>
            <a:ext cx="3369017" cy="3234257"/>
          </a:xfrm>
          <a:custGeom>
            <a:avLst/>
            <a:gdLst/>
            <a:ahLst/>
            <a:cxnLst/>
            <a:rect r="r" b="b" t="t" l="l"/>
            <a:pathLst>
              <a:path h="3234257" w="3369017">
                <a:moveTo>
                  <a:pt x="0" y="0"/>
                </a:moveTo>
                <a:lnTo>
                  <a:pt x="3369018" y="0"/>
                </a:lnTo>
                <a:lnTo>
                  <a:pt x="3369018" y="3234257"/>
                </a:lnTo>
                <a:lnTo>
                  <a:pt x="0" y="32342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896411" y="608369"/>
            <a:ext cx="4462092" cy="3346569"/>
          </a:xfrm>
          <a:custGeom>
            <a:avLst/>
            <a:gdLst/>
            <a:ahLst/>
            <a:cxnLst/>
            <a:rect r="r" b="b" t="t" l="l"/>
            <a:pathLst>
              <a:path h="3346569" w="4462092">
                <a:moveTo>
                  <a:pt x="0" y="0"/>
                </a:moveTo>
                <a:lnTo>
                  <a:pt x="4462092" y="0"/>
                </a:lnTo>
                <a:lnTo>
                  <a:pt x="4462092" y="3346568"/>
                </a:lnTo>
                <a:lnTo>
                  <a:pt x="0" y="33465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77941" y="3086064"/>
            <a:ext cx="10497975" cy="5756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88777" indent="-544389" lvl="1">
              <a:lnSpc>
                <a:spcPts val="11346"/>
              </a:lnSpc>
              <a:buFont typeface="Arial"/>
              <a:buChar char="•"/>
            </a:pPr>
            <a:r>
              <a:rPr lang="en-US" sz="5042" spc="-156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Baja en las calificaciones</a:t>
            </a:r>
          </a:p>
          <a:p>
            <a:pPr algn="l" marL="1088777" indent="-544389" lvl="1">
              <a:lnSpc>
                <a:spcPts val="11346"/>
              </a:lnSpc>
              <a:buFont typeface="Arial"/>
              <a:buChar char="•"/>
            </a:pPr>
            <a:r>
              <a:rPr lang="en-US" sz="5042" spc="-156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Observación docente</a:t>
            </a:r>
          </a:p>
          <a:p>
            <a:pPr algn="l" marL="1088777" indent="-544389" lvl="1">
              <a:lnSpc>
                <a:spcPts val="12607"/>
              </a:lnSpc>
              <a:buFont typeface="Arial"/>
              <a:buChar char="•"/>
            </a:pPr>
            <a:r>
              <a:rPr lang="en-US" sz="5042" spc="-156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Variación en la asistencia</a:t>
            </a:r>
          </a:p>
          <a:p>
            <a:pPr algn="l" marL="1088777" indent="-544389" lvl="1">
              <a:lnSpc>
                <a:spcPts val="11346"/>
              </a:lnSpc>
              <a:buFont typeface="Arial"/>
              <a:buChar char="•"/>
            </a:pPr>
            <a:r>
              <a:rPr lang="en-US" sz="5042" spc="-156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Anotaciones negativas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8624816" y="4957159"/>
            <a:ext cx="942265" cy="942265"/>
          </a:xfrm>
          <a:custGeom>
            <a:avLst/>
            <a:gdLst/>
            <a:ahLst/>
            <a:cxnLst/>
            <a:rect r="r" b="b" t="t" l="l"/>
            <a:pathLst>
              <a:path h="942265" w="942265">
                <a:moveTo>
                  <a:pt x="0" y="0"/>
                </a:moveTo>
                <a:lnTo>
                  <a:pt x="942265" y="0"/>
                </a:lnTo>
                <a:lnTo>
                  <a:pt x="942265" y="942265"/>
                </a:lnTo>
                <a:lnTo>
                  <a:pt x="0" y="94226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677951" y="8097811"/>
            <a:ext cx="942265" cy="862173"/>
          </a:xfrm>
          <a:custGeom>
            <a:avLst/>
            <a:gdLst/>
            <a:ahLst/>
            <a:cxnLst/>
            <a:rect r="r" b="b" t="t" l="l"/>
            <a:pathLst>
              <a:path h="862173" w="942265">
                <a:moveTo>
                  <a:pt x="0" y="0"/>
                </a:moveTo>
                <a:lnTo>
                  <a:pt x="942265" y="0"/>
                </a:lnTo>
                <a:lnTo>
                  <a:pt x="942265" y="862173"/>
                </a:lnTo>
                <a:lnTo>
                  <a:pt x="0" y="86217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387644" y="6555649"/>
            <a:ext cx="1512713" cy="884937"/>
          </a:xfrm>
          <a:custGeom>
            <a:avLst/>
            <a:gdLst/>
            <a:ahLst/>
            <a:cxnLst/>
            <a:rect r="r" b="b" t="t" l="l"/>
            <a:pathLst>
              <a:path h="884937" w="1512713">
                <a:moveTo>
                  <a:pt x="0" y="0"/>
                </a:moveTo>
                <a:lnTo>
                  <a:pt x="1512712" y="0"/>
                </a:lnTo>
                <a:lnTo>
                  <a:pt x="1512712" y="884937"/>
                </a:lnTo>
                <a:lnTo>
                  <a:pt x="0" y="88493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677951" y="3735601"/>
            <a:ext cx="889131" cy="666848"/>
          </a:xfrm>
          <a:custGeom>
            <a:avLst/>
            <a:gdLst/>
            <a:ahLst/>
            <a:cxnLst/>
            <a:rect r="r" b="b" t="t" l="l"/>
            <a:pathLst>
              <a:path h="666848" w="889131">
                <a:moveTo>
                  <a:pt x="0" y="0"/>
                </a:moveTo>
                <a:lnTo>
                  <a:pt x="889130" y="0"/>
                </a:lnTo>
                <a:lnTo>
                  <a:pt x="889130" y="666848"/>
                </a:lnTo>
                <a:lnTo>
                  <a:pt x="0" y="66684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28700" y="1019175"/>
            <a:ext cx="8796457" cy="1118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55"/>
              </a:lnSpc>
            </a:pPr>
            <a:r>
              <a:rPr lang="en-US" sz="7295" spc="-226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Problema y Relevancia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682361" y="8949459"/>
            <a:ext cx="1736805" cy="460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968" spc="-92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Pre-Kinder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835749" y="5133975"/>
            <a:ext cx="1736805" cy="460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968" spc="-92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IV-Medio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52739" y="-161925"/>
            <a:ext cx="6585280" cy="4429134"/>
            <a:chOff x="0" y="0"/>
            <a:chExt cx="1734395" cy="116652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34395" cy="1166521"/>
            </a:xfrm>
            <a:custGeom>
              <a:avLst/>
              <a:gdLst/>
              <a:ahLst/>
              <a:cxnLst/>
              <a:rect r="r" b="b" t="t" l="l"/>
              <a:pathLst>
                <a:path h="1166521" w="1734395">
                  <a:moveTo>
                    <a:pt x="0" y="0"/>
                  </a:moveTo>
                  <a:lnTo>
                    <a:pt x="1734395" y="0"/>
                  </a:lnTo>
                  <a:lnTo>
                    <a:pt x="1734395" y="1166521"/>
                  </a:lnTo>
                  <a:lnTo>
                    <a:pt x="0" y="1166521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734395" cy="12236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5337368" y="1246285"/>
            <a:ext cx="1797079" cy="1662298"/>
          </a:xfrm>
          <a:custGeom>
            <a:avLst/>
            <a:gdLst/>
            <a:ahLst/>
            <a:cxnLst/>
            <a:rect r="r" b="b" t="t" l="l"/>
            <a:pathLst>
              <a:path h="1662298" w="1797079">
                <a:moveTo>
                  <a:pt x="0" y="0"/>
                </a:moveTo>
                <a:lnTo>
                  <a:pt x="1797079" y="0"/>
                </a:lnTo>
                <a:lnTo>
                  <a:pt x="1797079" y="1662298"/>
                </a:lnTo>
                <a:lnTo>
                  <a:pt x="0" y="166229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460382" y="1028700"/>
            <a:ext cx="1048734" cy="1048734"/>
          </a:xfrm>
          <a:custGeom>
            <a:avLst/>
            <a:gdLst/>
            <a:ahLst/>
            <a:cxnLst/>
            <a:rect r="r" b="b" t="t" l="l"/>
            <a:pathLst>
              <a:path h="1048734" w="1048734">
                <a:moveTo>
                  <a:pt x="0" y="0"/>
                </a:moveTo>
                <a:lnTo>
                  <a:pt x="1048733" y="0"/>
                </a:lnTo>
                <a:lnTo>
                  <a:pt x="1048733" y="1048734"/>
                </a:lnTo>
                <a:lnTo>
                  <a:pt x="0" y="10487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84576" y="3999584"/>
            <a:ext cx="946677" cy="1646394"/>
          </a:xfrm>
          <a:custGeom>
            <a:avLst/>
            <a:gdLst/>
            <a:ahLst/>
            <a:cxnLst/>
            <a:rect r="r" b="b" t="t" l="l"/>
            <a:pathLst>
              <a:path h="1646394" w="946677">
                <a:moveTo>
                  <a:pt x="0" y="0"/>
                </a:moveTo>
                <a:lnTo>
                  <a:pt x="946676" y="0"/>
                </a:lnTo>
                <a:lnTo>
                  <a:pt x="946676" y="1646394"/>
                </a:lnTo>
                <a:lnTo>
                  <a:pt x="0" y="164639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797414" y="4096913"/>
            <a:ext cx="1075130" cy="1569532"/>
          </a:xfrm>
          <a:custGeom>
            <a:avLst/>
            <a:gdLst/>
            <a:ahLst/>
            <a:cxnLst/>
            <a:rect r="r" b="b" t="t" l="l"/>
            <a:pathLst>
              <a:path h="1569532" w="1075130">
                <a:moveTo>
                  <a:pt x="0" y="0"/>
                </a:moveTo>
                <a:lnTo>
                  <a:pt x="1075130" y="0"/>
                </a:lnTo>
                <a:lnTo>
                  <a:pt x="1075130" y="1569532"/>
                </a:lnTo>
                <a:lnTo>
                  <a:pt x="0" y="156953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448472" y="4076446"/>
            <a:ext cx="886786" cy="1569532"/>
          </a:xfrm>
          <a:custGeom>
            <a:avLst/>
            <a:gdLst/>
            <a:ahLst/>
            <a:cxnLst/>
            <a:rect r="r" b="b" t="t" l="l"/>
            <a:pathLst>
              <a:path h="1569532" w="886786">
                <a:moveTo>
                  <a:pt x="0" y="0"/>
                </a:moveTo>
                <a:lnTo>
                  <a:pt x="886786" y="0"/>
                </a:lnTo>
                <a:lnTo>
                  <a:pt x="886786" y="1569532"/>
                </a:lnTo>
                <a:lnTo>
                  <a:pt x="0" y="15695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344626" y="4122718"/>
            <a:ext cx="930982" cy="1569532"/>
          </a:xfrm>
          <a:custGeom>
            <a:avLst/>
            <a:gdLst/>
            <a:ahLst/>
            <a:cxnLst/>
            <a:rect r="r" b="b" t="t" l="l"/>
            <a:pathLst>
              <a:path h="1569532" w="930982">
                <a:moveTo>
                  <a:pt x="0" y="0"/>
                </a:moveTo>
                <a:lnTo>
                  <a:pt x="930982" y="0"/>
                </a:lnTo>
                <a:lnTo>
                  <a:pt x="930982" y="1569532"/>
                </a:lnTo>
                <a:lnTo>
                  <a:pt x="0" y="15695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07018" t="-58382" r="-120637" b="-32083"/>
            </a:stretch>
          </a:blipFill>
        </p:spPr>
      </p:sp>
      <p:sp>
        <p:nvSpPr>
          <p:cNvPr name="AutoShape 11" id="11"/>
          <p:cNvSpPr/>
          <p:nvPr/>
        </p:nvSpPr>
        <p:spPr>
          <a:xfrm>
            <a:off x="1393382" y="6509349"/>
            <a:ext cx="9147479" cy="0"/>
          </a:xfrm>
          <a:prstGeom prst="line">
            <a:avLst/>
          </a:prstGeom>
          <a:ln cap="flat" w="95250">
            <a:solidFill>
              <a:srgbClr val="001E32"/>
            </a:solidFill>
            <a:prstDash val="lgDash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1442846" y="5931967"/>
            <a:ext cx="0" cy="1020390"/>
          </a:xfrm>
          <a:prstGeom prst="line">
            <a:avLst/>
          </a:prstGeom>
          <a:ln cap="flat" w="95250">
            <a:solidFill>
              <a:srgbClr val="001E32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0">
            <a:off x="10415413" y="6213862"/>
            <a:ext cx="979765" cy="590974"/>
            <a:chOff x="0" y="0"/>
            <a:chExt cx="805739" cy="48600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05739" cy="486005"/>
            </a:xfrm>
            <a:custGeom>
              <a:avLst/>
              <a:gdLst/>
              <a:ahLst/>
              <a:cxnLst/>
              <a:rect r="r" b="b" t="t" l="l"/>
              <a:pathLst>
                <a:path h="486005" w="805739">
                  <a:moveTo>
                    <a:pt x="805739" y="243003"/>
                  </a:moveTo>
                  <a:lnTo>
                    <a:pt x="399339" y="0"/>
                  </a:lnTo>
                  <a:lnTo>
                    <a:pt x="399339" y="203200"/>
                  </a:lnTo>
                  <a:lnTo>
                    <a:pt x="0" y="203200"/>
                  </a:lnTo>
                  <a:lnTo>
                    <a:pt x="0" y="282805"/>
                  </a:lnTo>
                  <a:lnTo>
                    <a:pt x="399339" y="282805"/>
                  </a:lnTo>
                  <a:lnTo>
                    <a:pt x="399339" y="486005"/>
                  </a:lnTo>
                  <a:lnTo>
                    <a:pt x="805739" y="243003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146050"/>
              <a:ext cx="704139" cy="1367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AutoShape 16" id="16"/>
          <p:cNvSpPr/>
          <p:nvPr/>
        </p:nvSpPr>
        <p:spPr>
          <a:xfrm>
            <a:off x="2667356" y="6486867"/>
            <a:ext cx="0" cy="1020390"/>
          </a:xfrm>
          <a:prstGeom prst="line">
            <a:avLst/>
          </a:prstGeom>
          <a:ln cap="flat" w="95250">
            <a:solidFill>
              <a:srgbClr val="001E3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5747950" y="6509349"/>
            <a:ext cx="0" cy="1020390"/>
          </a:xfrm>
          <a:prstGeom prst="line">
            <a:avLst/>
          </a:prstGeom>
          <a:ln cap="flat" w="95250">
            <a:solidFill>
              <a:srgbClr val="001E3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2298188" y="7561003"/>
            <a:ext cx="637003" cy="637003"/>
          </a:xfrm>
          <a:custGeom>
            <a:avLst/>
            <a:gdLst/>
            <a:ahLst/>
            <a:cxnLst/>
            <a:rect r="r" b="b" t="t" l="l"/>
            <a:pathLst>
              <a:path h="637003" w="637003">
                <a:moveTo>
                  <a:pt x="0" y="0"/>
                </a:moveTo>
                <a:lnTo>
                  <a:pt x="637003" y="0"/>
                </a:lnTo>
                <a:lnTo>
                  <a:pt x="637003" y="637004"/>
                </a:lnTo>
                <a:lnTo>
                  <a:pt x="0" y="63700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9" id="19"/>
          <p:cNvSpPr/>
          <p:nvPr/>
        </p:nvSpPr>
        <p:spPr>
          <a:xfrm>
            <a:off x="7378055" y="6509349"/>
            <a:ext cx="0" cy="1020390"/>
          </a:xfrm>
          <a:prstGeom prst="line">
            <a:avLst/>
          </a:prstGeom>
          <a:ln cap="flat" w="95250">
            <a:solidFill>
              <a:srgbClr val="001E3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0" id="20"/>
          <p:cNvSpPr/>
          <p:nvPr/>
        </p:nvSpPr>
        <p:spPr>
          <a:xfrm flipH="false" flipV="false" rot="8314776">
            <a:off x="9416215" y="7451423"/>
            <a:ext cx="683462" cy="683462"/>
          </a:xfrm>
          <a:custGeom>
            <a:avLst/>
            <a:gdLst/>
            <a:ahLst/>
            <a:cxnLst/>
            <a:rect r="r" b="b" t="t" l="l"/>
            <a:pathLst>
              <a:path h="683462" w="683462">
                <a:moveTo>
                  <a:pt x="0" y="0"/>
                </a:moveTo>
                <a:lnTo>
                  <a:pt x="683461" y="0"/>
                </a:lnTo>
                <a:lnTo>
                  <a:pt x="683461" y="683462"/>
                </a:lnTo>
                <a:lnTo>
                  <a:pt x="0" y="6834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5401601" y="7709921"/>
            <a:ext cx="692699" cy="839635"/>
          </a:xfrm>
          <a:custGeom>
            <a:avLst/>
            <a:gdLst/>
            <a:ahLst/>
            <a:cxnLst/>
            <a:rect r="r" b="b" t="t" l="l"/>
            <a:pathLst>
              <a:path h="839635" w="692699">
                <a:moveTo>
                  <a:pt x="0" y="0"/>
                </a:moveTo>
                <a:lnTo>
                  <a:pt x="692699" y="0"/>
                </a:lnTo>
                <a:lnTo>
                  <a:pt x="692699" y="839636"/>
                </a:lnTo>
                <a:lnTo>
                  <a:pt x="0" y="8396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5163272" y="7507256"/>
            <a:ext cx="392280" cy="392280"/>
          </a:xfrm>
          <a:custGeom>
            <a:avLst/>
            <a:gdLst/>
            <a:ahLst/>
            <a:cxnLst/>
            <a:rect r="r" b="b" t="t" l="l"/>
            <a:pathLst>
              <a:path h="392280" w="392280">
                <a:moveTo>
                  <a:pt x="0" y="0"/>
                </a:moveTo>
                <a:lnTo>
                  <a:pt x="392281" y="0"/>
                </a:lnTo>
                <a:lnTo>
                  <a:pt x="392281" y="392281"/>
                </a:lnTo>
                <a:lnTo>
                  <a:pt x="0" y="39228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3" id="23"/>
          <p:cNvSpPr/>
          <p:nvPr/>
        </p:nvSpPr>
        <p:spPr>
          <a:xfrm flipH="true">
            <a:off x="6236051" y="5838777"/>
            <a:ext cx="0" cy="750170"/>
          </a:xfrm>
          <a:prstGeom prst="line">
            <a:avLst/>
          </a:prstGeom>
          <a:ln cap="flat" w="95250">
            <a:solidFill>
              <a:srgbClr val="001E3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4" id="24"/>
          <p:cNvSpPr/>
          <p:nvPr/>
        </p:nvSpPr>
        <p:spPr>
          <a:xfrm flipH="false" flipV="false" rot="0">
            <a:off x="6109486" y="6382784"/>
            <a:ext cx="253130" cy="253130"/>
          </a:xfrm>
          <a:custGeom>
            <a:avLst/>
            <a:gdLst/>
            <a:ahLst/>
            <a:cxnLst/>
            <a:rect r="r" b="b" t="t" l="l"/>
            <a:pathLst>
              <a:path h="253130" w="253130">
                <a:moveTo>
                  <a:pt x="0" y="0"/>
                </a:moveTo>
                <a:lnTo>
                  <a:pt x="253130" y="0"/>
                </a:lnTo>
                <a:lnTo>
                  <a:pt x="253130" y="253130"/>
                </a:lnTo>
                <a:lnTo>
                  <a:pt x="0" y="25313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7251490" y="6382784"/>
            <a:ext cx="253130" cy="253130"/>
          </a:xfrm>
          <a:custGeom>
            <a:avLst/>
            <a:gdLst/>
            <a:ahLst/>
            <a:cxnLst/>
            <a:rect r="r" b="b" t="t" l="l"/>
            <a:pathLst>
              <a:path h="253130" w="253130">
                <a:moveTo>
                  <a:pt x="0" y="0"/>
                </a:moveTo>
                <a:lnTo>
                  <a:pt x="253130" y="0"/>
                </a:lnTo>
                <a:lnTo>
                  <a:pt x="253130" y="253130"/>
                </a:lnTo>
                <a:lnTo>
                  <a:pt x="0" y="25313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5621385" y="6382784"/>
            <a:ext cx="253130" cy="253130"/>
          </a:xfrm>
          <a:custGeom>
            <a:avLst/>
            <a:gdLst/>
            <a:ahLst/>
            <a:cxnLst/>
            <a:rect r="r" b="b" t="t" l="l"/>
            <a:pathLst>
              <a:path h="253130" w="253130">
                <a:moveTo>
                  <a:pt x="0" y="0"/>
                </a:moveTo>
                <a:lnTo>
                  <a:pt x="253130" y="0"/>
                </a:lnTo>
                <a:lnTo>
                  <a:pt x="253130" y="253130"/>
                </a:lnTo>
                <a:lnTo>
                  <a:pt x="0" y="25313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7" id="27"/>
          <p:cNvSpPr/>
          <p:nvPr/>
        </p:nvSpPr>
        <p:spPr>
          <a:xfrm>
            <a:off x="8725673" y="5838777"/>
            <a:ext cx="0" cy="800836"/>
          </a:xfrm>
          <a:prstGeom prst="line">
            <a:avLst/>
          </a:prstGeom>
          <a:ln cap="flat" w="95250">
            <a:solidFill>
              <a:srgbClr val="001E3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8" id="28"/>
          <p:cNvSpPr/>
          <p:nvPr/>
        </p:nvSpPr>
        <p:spPr>
          <a:xfrm flipH="false" flipV="false" rot="0">
            <a:off x="8599109" y="6382784"/>
            <a:ext cx="253130" cy="253130"/>
          </a:xfrm>
          <a:custGeom>
            <a:avLst/>
            <a:gdLst/>
            <a:ahLst/>
            <a:cxnLst/>
            <a:rect r="r" b="b" t="t" l="l"/>
            <a:pathLst>
              <a:path h="253130" w="253130">
                <a:moveTo>
                  <a:pt x="0" y="0"/>
                </a:moveTo>
                <a:lnTo>
                  <a:pt x="253129" y="0"/>
                </a:lnTo>
                <a:lnTo>
                  <a:pt x="253129" y="253130"/>
                </a:lnTo>
                <a:lnTo>
                  <a:pt x="0" y="25313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9" id="29"/>
          <p:cNvSpPr/>
          <p:nvPr/>
        </p:nvSpPr>
        <p:spPr>
          <a:xfrm flipH="true">
            <a:off x="3895618" y="5838777"/>
            <a:ext cx="0" cy="750170"/>
          </a:xfrm>
          <a:prstGeom prst="line">
            <a:avLst/>
          </a:prstGeom>
          <a:ln cap="flat" w="95250">
            <a:solidFill>
              <a:srgbClr val="001E3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0" id="30"/>
          <p:cNvSpPr/>
          <p:nvPr/>
        </p:nvSpPr>
        <p:spPr>
          <a:xfrm flipH="false" flipV="false" rot="0">
            <a:off x="3769053" y="6382784"/>
            <a:ext cx="253130" cy="253130"/>
          </a:xfrm>
          <a:custGeom>
            <a:avLst/>
            <a:gdLst/>
            <a:ahLst/>
            <a:cxnLst/>
            <a:rect r="r" b="b" t="t" l="l"/>
            <a:pathLst>
              <a:path h="253130" w="253130">
                <a:moveTo>
                  <a:pt x="0" y="0"/>
                </a:moveTo>
                <a:lnTo>
                  <a:pt x="253130" y="0"/>
                </a:lnTo>
                <a:lnTo>
                  <a:pt x="253130" y="253130"/>
                </a:lnTo>
                <a:lnTo>
                  <a:pt x="0" y="25313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2540791" y="6382784"/>
            <a:ext cx="253130" cy="253130"/>
          </a:xfrm>
          <a:custGeom>
            <a:avLst/>
            <a:gdLst/>
            <a:ahLst/>
            <a:cxnLst/>
            <a:rect r="r" b="b" t="t" l="l"/>
            <a:pathLst>
              <a:path h="253130" w="253130">
                <a:moveTo>
                  <a:pt x="0" y="0"/>
                </a:moveTo>
                <a:lnTo>
                  <a:pt x="253129" y="0"/>
                </a:lnTo>
                <a:lnTo>
                  <a:pt x="253129" y="253130"/>
                </a:lnTo>
                <a:lnTo>
                  <a:pt x="0" y="25313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6648110" y="7454318"/>
            <a:ext cx="1713021" cy="1533154"/>
          </a:xfrm>
          <a:custGeom>
            <a:avLst/>
            <a:gdLst/>
            <a:ahLst/>
            <a:cxnLst/>
            <a:rect r="r" b="b" t="t" l="l"/>
            <a:pathLst>
              <a:path h="1533154" w="1713021">
                <a:moveTo>
                  <a:pt x="0" y="0"/>
                </a:moveTo>
                <a:lnTo>
                  <a:pt x="1713020" y="0"/>
                </a:lnTo>
                <a:lnTo>
                  <a:pt x="1713020" y="1533154"/>
                </a:lnTo>
                <a:lnTo>
                  <a:pt x="0" y="153315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AutoShape 33" id="33"/>
          <p:cNvSpPr/>
          <p:nvPr/>
        </p:nvSpPr>
        <p:spPr>
          <a:xfrm>
            <a:off x="9757946" y="6509349"/>
            <a:ext cx="13207" cy="816437"/>
          </a:xfrm>
          <a:prstGeom prst="line">
            <a:avLst/>
          </a:prstGeom>
          <a:ln cap="flat" w="95250">
            <a:solidFill>
              <a:srgbClr val="001E3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4" id="34"/>
          <p:cNvSpPr/>
          <p:nvPr/>
        </p:nvSpPr>
        <p:spPr>
          <a:xfrm flipH="false" flipV="false" rot="0">
            <a:off x="9631381" y="6382784"/>
            <a:ext cx="253130" cy="253130"/>
          </a:xfrm>
          <a:custGeom>
            <a:avLst/>
            <a:gdLst/>
            <a:ahLst/>
            <a:cxnLst/>
            <a:rect r="r" b="b" t="t" l="l"/>
            <a:pathLst>
              <a:path h="253130" w="253130">
                <a:moveTo>
                  <a:pt x="0" y="0"/>
                </a:moveTo>
                <a:lnTo>
                  <a:pt x="253130" y="0"/>
                </a:lnTo>
                <a:lnTo>
                  <a:pt x="253130" y="253130"/>
                </a:lnTo>
                <a:lnTo>
                  <a:pt x="0" y="25313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5" id="35"/>
          <p:cNvGrpSpPr/>
          <p:nvPr/>
        </p:nvGrpSpPr>
        <p:grpSpPr>
          <a:xfrm rot="0">
            <a:off x="11852739" y="4267209"/>
            <a:ext cx="7307748" cy="6241247"/>
            <a:chOff x="0" y="0"/>
            <a:chExt cx="986702" cy="84270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86702" cy="842701"/>
            </a:xfrm>
            <a:custGeom>
              <a:avLst/>
              <a:gdLst/>
              <a:ahLst/>
              <a:cxnLst/>
              <a:rect r="r" b="b" t="t" l="l"/>
              <a:pathLst>
                <a:path h="842701" w="986702">
                  <a:moveTo>
                    <a:pt x="0" y="0"/>
                  </a:moveTo>
                  <a:lnTo>
                    <a:pt x="986702" y="0"/>
                  </a:lnTo>
                  <a:lnTo>
                    <a:pt x="986702" y="842701"/>
                  </a:lnTo>
                  <a:lnTo>
                    <a:pt x="0" y="842701"/>
                  </a:lnTo>
                  <a:close/>
                </a:path>
              </a:pathLst>
            </a:custGeom>
            <a:blipFill>
              <a:blip r:embed="rId18"/>
              <a:stretch>
                <a:fillRect l="-48127" t="-19088" r="-4817" b="0"/>
              </a:stretch>
            </a:blipFill>
          </p:spPr>
        </p:sp>
      </p:grpSp>
      <p:sp>
        <p:nvSpPr>
          <p:cNvPr name="TextBox 37" id="37"/>
          <p:cNvSpPr txBox="true"/>
          <p:nvPr/>
        </p:nvSpPr>
        <p:spPr>
          <a:xfrm rot="-675323">
            <a:off x="2417872" y="7654312"/>
            <a:ext cx="395774" cy="441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07"/>
              </a:lnSpc>
            </a:pPr>
            <a:r>
              <a:rPr lang="en-US" sz="2839" spc="-88">
                <a:solidFill>
                  <a:srgbClr val="FF0000"/>
                </a:solidFill>
                <a:latin typeface="Poly"/>
                <a:ea typeface="Poly"/>
                <a:cs typeface="Poly"/>
                <a:sym typeface="Poly"/>
              </a:rPr>
              <a:t>3,7</a:t>
            </a:r>
          </a:p>
        </p:txBody>
      </p:sp>
      <p:sp>
        <p:nvSpPr>
          <p:cNvPr name="TextBox 38" id="38"/>
          <p:cNvSpPr txBox="true"/>
          <p:nvPr/>
        </p:nvSpPr>
        <p:spPr>
          <a:xfrm rot="405251">
            <a:off x="9574434" y="7526820"/>
            <a:ext cx="444910" cy="4181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6"/>
              </a:lnSpc>
            </a:pPr>
            <a:r>
              <a:rPr lang="en-US" sz="2688" spc="-83">
                <a:solidFill>
                  <a:srgbClr val="FF0000"/>
                </a:solidFill>
                <a:latin typeface="Poly"/>
                <a:ea typeface="Poly"/>
                <a:cs typeface="Poly"/>
                <a:sym typeface="Poly"/>
              </a:rPr>
              <a:t>2,9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064192" y="1150546"/>
            <a:ext cx="6162374" cy="1598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64"/>
              </a:lnSpc>
            </a:pPr>
            <a:r>
              <a:rPr lang="en-US" sz="5220" spc="-161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Evaluación psicopedagógica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-182880"/>
            <a:ext cx="10652760" cy="1065276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 l="-25187" t="0" r="-25187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7272224" y="2360868"/>
            <a:ext cx="9784432" cy="5565264"/>
            <a:chOff x="0" y="0"/>
            <a:chExt cx="2576970" cy="14657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576970" cy="1465749"/>
            </a:xfrm>
            <a:custGeom>
              <a:avLst/>
              <a:gdLst/>
              <a:ahLst/>
              <a:cxnLst/>
              <a:rect r="r" b="b" t="t" l="l"/>
              <a:pathLst>
                <a:path h="1465749" w="2576970">
                  <a:moveTo>
                    <a:pt x="0" y="0"/>
                  </a:moveTo>
                  <a:lnTo>
                    <a:pt x="2576970" y="0"/>
                  </a:lnTo>
                  <a:lnTo>
                    <a:pt x="2576970" y="1465749"/>
                  </a:lnTo>
                  <a:lnTo>
                    <a:pt x="0" y="1465749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2576970" cy="15228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8706034" y="3114507"/>
            <a:ext cx="6916811" cy="10523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643"/>
              </a:lnSpc>
            </a:pPr>
            <a:r>
              <a:rPr lang="en-US" sz="8399" spc="-260">
                <a:solidFill>
                  <a:srgbClr val="EAEAE8"/>
                </a:solidFill>
                <a:latin typeface="Poly"/>
                <a:ea typeface="Poly"/>
                <a:cs typeface="Poly"/>
                <a:sym typeface="Poly"/>
              </a:rPr>
              <a:t>ATEDA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962844" y="4363036"/>
            <a:ext cx="8403192" cy="2956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54"/>
              </a:lnSpc>
            </a:pPr>
            <a:r>
              <a:rPr lang="en-US" sz="4503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Sistema de alerta temprana para la identificación de estudiantes con posibles dificultades de aprendizaje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68635" y="2622231"/>
            <a:ext cx="1456750" cy="1843988"/>
          </a:xfrm>
          <a:custGeom>
            <a:avLst/>
            <a:gdLst/>
            <a:ahLst/>
            <a:cxnLst/>
            <a:rect r="r" b="b" t="t" l="l"/>
            <a:pathLst>
              <a:path h="1843988" w="1456750">
                <a:moveTo>
                  <a:pt x="0" y="0"/>
                </a:moveTo>
                <a:lnTo>
                  <a:pt x="1456751" y="0"/>
                </a:lnTo>
                <a:lnTo>
                  <a:pt x="1456751" y="1843988"/>
                </a:lnTo>
                <a:lnTo>
                  <a:pt x="0" y="18439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68555" y="6562529"/>
            <a:ext cx="1684833" cy="1684833"/>
          </a:xfrm>
          <a:custGeom>
            <a:avLst/>
            <a:gdLst/>
            <a:ahLst/>
            <a:cxnLst/>
            <a:rect r="r" b="b" t="t" l="l"/>
            <a:pathLst>
              <a:path h="1684833" w="1684833">
                <a:moveTo>
                  <a:pt x="0" y="0"/>
                </a:moveTo>
                <a:lnTo>
                  <a:pt x="1684833" y="0"/>
                </a:lnTo>
                <a:lnTo>
                  <a:pt x="1684833" y="1684833"/>
                </a:lnTo>
                <a:lnTo>
                  <a:pt x="0" y="168483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138232" y="4278548"/>
            <a:ext cx="1270492" cy="1910515"/>
          </a:xfrm>
          <a:custGeom>
            <a:avLst/>
            <a:gdLst/>
            <a:ahLst/>
            <a:cxnLst/>
            <a:rect r="r" b="b" t="t" l="l"/>
            <a:pathLst>
              <a:path h="1910515" w="1270492">
                <a:moveTo>
                  <a:pt x="0" y="0"/>
                </a:moveTo>
                <a:lnTo>
                  <a:pt x="1270492" y="0"/>
                </a:lnTo>
                <a:lnTo>
                  <a:pt x="1270492" y="1910515"/>
                </a:lnTo>
                <a:lnTo>
                  <a:pt x="0" y="191051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400000">
            <a:off x="6521173" y="1911628"/>
            <a:ext cx="6308438" cy="6605694"/>
          </a:xfrm>
          <a:custGeom>
            <a:avLst/>
            <a:gdLst/>
            <a:ahLst/>
            <a:cxnLst/>
            <a:rect r="r" b="b" t="t" l="l"/>
            <a:pathLst>
              <a:path h="6605694" w="6308438">
                <a:moveTo>
                  <a:pt x="0" y="0"/>
                </a:moveTo>
                <a:lnTo>
                  <a:pt x="6308438" y="0"/>
                </a:lnTo>
                <a:lnTo>
                  <a:pt x="6308438" y="6605694"/>
                </a:lnTo>
                <a:lnTo>
                  <a:pt x="0" y="660569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144000" y="4733529"/>
            <a:ext cx="2263992" cy="1031977"/>
            <a:chOff x="0" y="0"/>
            <a:chExt cx="1389854" cy="6335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89854" cy="633526"/>
            </a:xfrm>
            <a:custGeom>
              <a:avLst/>
              <a:gdLst/>
              <a:ahLst/>
              <a:cxnLst/>
              <a:rect r="r" b="b" t="t" l="l"/>
              <a:pathLst>
                <a:path h="633526" w="1389854">
                  <a:moveTo>
                    <a:pt x="174399" y="0"/>
                  </a:moveTo>
                  <a:lnTo>
                    <a:pt x="1215455" y="0"/>
                  </a:lnTo>
                  <a:cubicBezTo>
                    <a:pt x="1261708" y="0"/>
                    <a:pt x="1306067" y="18374"/>
                    <a:pt x="1338773" y="51080"/>
                  </a:cubicBezTo>
                  <a:cubicBezTo>
                    <a:pt x="1371480" y="83786"/>
                    <a:pt x="1389854" y="128146"/>
                    <a:pt x="1389854" y="174399"/>
                  </a:cubicBezTo>
                  <a:lnTo>
                    <a:pt x="1389854" y="459127"/>
                  </a:lnTo>
                  <a:cubicBezTo>
                    <a:pt x="1389854" y="555445"/>
                    <a:pt x="1311773" y="633526"/>
                    <a:pt x="1215455" y="633526"/>
                  </a:cubicBezTo>
                  <a:lnTo>
                    <a:pt x="174399" y="633526"/>
                  </a:lnTo>
                  <a:cubicBezTo>
                    <a:pt x="78081" y="633526"/>
                    <a:pt x="0" y="555445"/>
                    <a:pt x="0" y="459127"/>
                  </a:cubicBezTo>
                  <a:lnTo>
                    <a:pt x="0" y="174399"/>
                  </a:lnTo>
                  <a:cubicBezTo>
                    <a:pt x="0" y="78081"/>
                    <a:pt x="78081" y="0"/>
                    <a:pt x="174399" y="0"/>
                  </a:cubicBez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389854" cy="6906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150202" y="4741843"/>
            <a:ext cx="2250714" cy="1014099"/>
            <a:chOff x="0" y="0"/>
            <a:chExt cx="1381702" cy="62255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381702" cy="622551"/>
            </a:xfrm>
            <a:custGeom>
              <a:avLst/>
              <a:gdLst/>
              <a:ahLst/>
              <a:cxnLst/>
              <a:rect r="r" b="b" t="t" l="l"/>
              <a:pathLst>
                <a:path h="622551" w="1381702">
                  <a:moveTo>
                    <a:pt x="175428" y="0"/>
                  </a:moveTo>
                  <a:lnTo>
                    <a:pt x="1206275" y="0"/>
                  </a:lnTo>
                  <a:cubicBezTo>
                    <a:pt x="1303161" y="0"/>
                    <a:pt x="1381702" y="78542"/>
                    <a:pt x="1381702" y="175428"/>
                  </a:cubicBezTo>
                  <a:lnTo>
                    <a:pt x="1381702" y="447123"/>
                  </a:lnTo>
                  <a:cubicBezTo>
                    <a:pt x="1381702" y="544009"/>
                    <a:pt x="1303161" y="622551"/>
                    <a:pt x="1206275" y="622551"/>
                  </a:cubicBezTo>
                  <a:lnTo>
                    <a:pt x="175428" y="622551"/>
                  </a:lnTo>
                  <a:cubicBezTo>
                    <a:pt x="78542" y="622551"/>
                    <a:pt x="0" y="544009"/>
                    <a:pt x="0" y="447123"/>
                  </a:cubicBezTo>
                  <a:lnTo>
                    <a:pt x="0" y="175428"/>
                  </a:lnTo>
                  <a:cubicBezTo>
                    <a:pt x="0" y="78542"/>
                    <a:pt x="78542" y="0"/>
                    <a:pt x="175428" y="0"/>
                  </a:cubicBezTo>
                  <a:close/>
                </a:path>
              </a:pathLst>
            </a:custGeom>
            <a:solidFill>
              <a:srgbClr val="D8D8D8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381702" cy="679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5797651" y="1372167"/>
            <a:ext cx="1512552" cy="1512552"/>
          </a:xfrm>
          <a:custGeom>
            <a:avLst/>
            <a:gdLst/>
            <a:ahLst/>
            <a:cxnLst/>
            <a:rect r="r" b="b" t="t" l="l"/>
            <a:pathLst>
              <a:path h="1512552" w="1512552">
                <a:moveTo>
                  <a:pt x="0" y="0"/>
                </a:moveTo>
                <a:lnTo>
                  <a:pt x="1512551" y="0"/>
                </a:lnTo>
                <a:lnTo>
                  <a:pt x="1512551" y="1512551"/>
                </a:lnTo>
                <a:lnTo>
                  <a:pt x="0" y="151255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5848553" y="1420098"/>
            <a:ext cx="1410747" cy="1410747"/>
          </a:xfrm>
          <a:custGeom>
            <a:avLst/>
            <a:gdLst/>
            <a:ahLst/>
            <a:cxnLst/>
            <a:rect r="r" b="b" t="t" l="l"/>
            <a:pathLst>
              <a:path h="1410747" w="1410747">
                <a:moveTo>
                  <a:pt x="0" y="0"/>
                </a:moveTo>
                <a:lnTo>
                  <a:pt x="1410747" y="0"/>
                </a:lnTo>
                <a:lnTo>
                  <a:pt x="1410747" y="1410747"/>
                </a:lnTo>
                <a:lnTo>
                  <a:pt x="0" y="1410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5797651" y="7405252"/>
            <a:ext cx="1512552" cy="1512552"/>
          </a:xfrm>
          <a:custGeom>
            <a:avLst/>
            <a:gdLst/>
            <a:ahLst/>
            <a:cxnLst/>
            <a:rect r="r" b="b" t="t" l="l"/>
            <a:pathLst>
              <a:path h="1512552" w="1512552">
                <a:moveTo>
                  <a:pt x="0" y="0"/>
                </a:moveTo>
                <a:lnTo>
                  <a:pt x="1512551" y="0"/>
                </a:lnTo>
                <a:lnTo>
                  <a:pt x="1512551" y="1512552"/>
                </a:lnTo>
                <a:lnTo>
                  <a:pt x="0" y="15125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5848553" y="7456155"/>
            <a:ext cx="1410747" cy="1410747"/>
          </a:xfrm>
          <a:custGeom>
            <a:avLst/>
            <a:gdLst/>
            <a:ahLst/>
            <a:cxnLst/>
            <a:rect r="r" b="b" t="t" l="l"/>
            <a:pathLst>
              <a:path h="1410747" w="1410747">
                <a:moveTo>
                  <a:pt x="0" y="0"/>
                </a:moveTo>
                <a:lnTo>
                  <a:pt x="1410747" y="0"/>
                </a:lnTo>
                <a:lnTo>
                  <a:pt x="1410747" y="1410747"/>
                </a:lnTo>
                <a:lnTo>
                  <a:pt x="0" y="141074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5797651" y="3380018"/>
            <a:ext cx="1512552" cy="1512552"/>
          </a:xfrm>
          <a:custGeom>
            <a:avLst/>
            <a:gdLst/>
            <a:ahLst/>
            <a:cxnLst/>
            <a:rect r="r" b="b" t="t" l="l"/>
            <a:pathLst>
              <a:path h="1512552" w="1512552">
                <a:moveTo>
                  <a:pt x="0" y="0"/>
                </a:moveTo>
                <a:lnTo>
                  <a:pt x="1512551" y="0"/>
                </a:lnTo>
                <a:lnTo>
                  <a:pt x="1512551" y="1512552"/>
                </a:lnTo>
                <a:lnTo>
                  <a:pt x="0" y="15125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5848553" y="3430920"/>
            <a:ext cx="1410747" cy="1410747"/>
          </a:xfrm>
          <a:custGeom>
            <a:avLst/>
            <a:gdLst/>
            <a:ahLst/>
            <a:cxnLst/>
            <a:rect r="r" b="b" t="t" l="l"/>
            <a:pathLst>
              <a:path h="1410747" w="1410747">
                <a:moveTo>
                  <a:pt x="0" y="0"/>
                </a:moveTo>
                <a:lnTo>
                  <a:pt x="1410747" y="0"/>
                </a:lnTo>
                <a:lnTo>
                  <a:pt x="1410747" y="1410748"/>
                </a:lnTo>
                <a:lnTo>
                  <a:pt x="0" y="141074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5797651" y="5398725"/>
            <a:ext cx="1512552" cy="1512552"/>
          </a:xfrm>
          <a:custGeom>
            <a:avLst/>
            <a:gdLst/>
            <a:ahLst/>
            <a:cxnLst/>
            <a:rect r="r" b="b" t="t" l="l"/>
            <a:pathLst>
              <a:path h="1512552" w="1512552">
                <a:moveTo>
                  <a:pt x="0" y="0"/>
                </a:moveTo>
                <a:lnTo>
                  <a:pt x="1512551" y="0"/>
                </a:lnTo>
                <a:lnTo>
                  <a:pt x="1512551" y="1512551"/>
                </a:lnTo>
                <a:lnTo>
                  <a:pt x="0" y="151255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5848553" y="5445332"/>
            <a:ext cx="1410747" cy="1410747"/>
          </a:xfrm>
          <a:custGeom>
            <a:avLst/>
            <a:gdLst/>
            <a:ahLst/>
            <a:cxnLst/>
            <a:rect r="r" b="b" t="t" l="l"/>
            <a:pathLst>
              <a:path h="1410747" w="1410747">
                <a:moveTo>
                  <a:pt x="0" y="0"/>
                </a:moveTo>
                <a:lnTo>
                  <a:pt x="1410747" y="0"/>
                </a:lnTo>
                <a:lnTo>
                  <a:pt x="1410747" y="1410748"/>
                </a:lnTo>
                <a:lnTo>
                  <a:pt x="0" y="141074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-5400000">
            <a:off x="4341923" y="4419664"/>
            <a:ext cx="2269891" cy="1520827"/>
          </a:xfrm>
          <a:custGeom>
            <a:avLst/>
            <a:gdLst/>
            <a:ahLst/>
            <a:cxnLst/>
            <a:rect r="r" b="b" t="t" l="l"/>
            <a:pathLst>
              <a:path h="1520827" w="2269891">
                <a:moveTo>
                  <a:pt x="0" y="0"/>
                </a:moveTo>
                <a:lnTo>
                  <a:pt x="2269890" y="0"/>
                </a:lnTo>
                <a:lnTo>
                  <a:pt x="2269890" y="1520827"/>
                </a:lnTo>
                <a:lnTo>
                  <a:pt x="0" y="152082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3444965" y="3466064"/>
            <a:ext cx="1414959" cy="1513325"/>
          </a:xfrm>
          <a:custGeom>
            <a:avLst/>
            <a:gdLst/>
            <a:ahLst/>
            <a:cxnLst/>
            <a:rect r="r" b="b" t="t" l="l"/>
            <a:pathLst>
              <a:path h="1513325" w="1414959">
                <a:moveTo>
                  <a:pt x="0" y="0"/>
                </a:moveTo>
                <a:lnTo>
                  <a:pt x="1414958" y="0"/>
                </a:lnTo>
                <a:lnTo>
                  <a:pt x="1414958" y="1513325"/>
                </a:lnTo>
                <a:lnTo>
                  <a:pt x="0" y="1513325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2" id="22"/>
          <p:cNvSpPr/>
          <p:nvPr/>
        </p:nvSpPr>
        <p:spPr>
          <a:xfrm flipH="false" flipV="true" rot="0">
            <a:off x="13444965" y="5449562"/>
            <a:ext cx="1414959" cy="1513325"/>
          </a:xfrm>
          <a:custGeom>
            <a:avLst/>
            <a:gdLst/>
            <a:ahLst/>
            <a:cxnLst/>
            <a:rect r="r" b="b" t="t" l="l"/>
            <a:pathLst>
              <a:path h="1513325" w="1414959">
                <a:moveTo>
                  <a:pt x="0" y="1513325"/>
                </a:moveTo>
                <a:lnTo>
                  <a:pt x="1414958" y="1513325"/>
                </a:lnTo>
                <a:lnTo>
                  <a:pt x="1414958" y="0"/>
                </a:lnTo>
                <a:lnTo>
                  <a:pt x="0" y="0"/>
                </a:lnTo>
                <a:lnTo>
                  <a:pt x="0" y="1513325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3" id="23"/>
          <p:cNvSpPr/>
          <p:nvPr/>
        </p:nvSpPr>
        <p:spPr>
          <a:xfrm flipH="false" flipV="false" rot="0">
            <a:off x="13444965" y="5114111"/>
            <a:ext cx="1724931" cy="284614"/>
          </a:xfrm>
          <a:custGeom>
            <a:avLst/>
            <a:gdLst/>
            <a:ahLst/>
            <a:cxnLst/>
            <a:rect r="r" b="b" t="t" l="l"/>
            <a:pathLst>
              <a:path h="284614" w="1724931">
                <a:moveTo>
                  <a:pt x="0" y="0"/>
                </a:moveTo>
                <a:lnTo>
                  <a:pt x="1724930" y="0"/>
                </a:lnTo>
                <a:lnTo>
                  <a:pt x="1724930" y="284614"/>
                </a:lnTo>
                <a:lnTo>
                  <a:pt x="0" y="284614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4" id="24"/>
          <p:cNvSpPr/>
          <p:nvPr/>
        </p:nvSpPr>
        <p:spPr>
          <a:xfrm flipH="false" flipV="false" rot="0">
            <a:off x="10727063" y="4522981"/>
            <a:ext cx="680929" cy="657096"/>
          </a:xfrm>
          <a:custGeom>
            <a:avLst/>
            <a:gdLst/>
            <a:ahLst/>
            <a:cxnLst/>
            <a:rect r="r" b="b" t="t" l="l"/>
            <a:pathLst>
              <a:path h="657096" w="680929">
                <a:moveTo>
                  <a:pt x="0" y="0"/>
                </a:moveTo>
                <a:lnTo>
                  <a:pt x="680929" y="0"/>
                </a:lnTo>
                <a:lnTo>
                  <a:pt x="680929" y="657097"/>
                </a:lnTo>
                <a:lnTo>
                  <a:pt x="0" y="657097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6372545" y="2830845"/>
            <a:ext cx="1121230" cy="5012565"/>
            <a:chOff x="0" y="0"/>
            <a:chExt cx="463961" cy="207418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63961" cy="2074184"/>
            </a:xfrm>
            <a:custGeom>
              <a:avLst/>
              <a:gdLst/>
              <a:ahLst/>
              <a:cxnLst/>
              <a:rect r="r" b="b" t="t" l="l"/>
              <a:pathLst>
                <a:path h="2074184" w="463961">
                  <a:moveTo>
                    <a:pt x="231981" y="0"/>
                  </a:moveTo>
                  <a:cubicBezTo>
                    <a:pt x="103861" y="0"/>
                    <a:pt x="0" y="464322"/>
                    <a:pt x="0" y="1037092"/>
                  </a:cubicBezTo>
                  <a:cubicBezTo>
                    <a:pt x="0" y="1609862"/>
                    <a:pt x="103861" y="2074184"/>
                    <a:pt x="231981" y="2074184"/>
                  </a:cubicBezTo>
                  <a:cubicBezTo>
                    <a:pt x="360100" y="2074184"/>
                    <a:pt x="463961" y="1609862"/>
                    <a:pt x="463961" y="1037092"/>
                  </a:cubicBezTo>
                  <a:cubicBezTo>
                    <a:pt x="463961" y="464322"/>
                    <a:pt x="360100" y="0"/>
                    <a:pt x="23198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43496" y="137305"/>
              <a:ext cx="376969" cy="17424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9422577" y="4891425"/>
            <a:ext cx="1705965" cy="675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41"/>
              </a:lnSpc>
            </a:pPr>
            <a:r>
              <a:rPr lang="en-US" sz="4368" spc="-135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ATEDA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50146" y="2050731"/>
            <a:ext cx="2154736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spc="-86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Calificaciones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965765" y="3605379"/>
            <a:ext cx="1615426" cy="617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3"/>
              </a:lnSpc>
            </a:pPr>
            <a:r>
              <a:rPr lang="en-US" sz="2799" spc="-86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%</a:t>
            </a:r>
          </a:p>
          <a:p>
            <a:pPr algn="ctr">
              <a:lnSpc>
                <a:spcPts val="2323"/>
              </a:lnSpc>
            </a:pPr>
            <a:r>
              <a:rPr lang="en-US" sz="2799" spc="-86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Asistencia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850146" y="5735561"/>
            <a:ext cx="1982658" cy="686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03"/>
              </a:lnSpc>
            </a:pPr>
            <a:r>
              <a:rPr lang="en-US" sz="2799" spc="-86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Informe Conductual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87693" y="1548233"/>
            <a:ext cx="1512552" cy="1512552"/>
          </a:xfrm>
          <a:custGeom>
            <a:avLst/>
            <a:gdLst/>
            <a:ahLst/>
            <a:cxnLst/>
            <a:rect r="r" b="b" t="t" l="l"/>
            <a:pathLst>
              <a:path h="1512552" w="1512552">
                <a:moveTo>
                  <a:pt x="0" y="0"/>
                </a:moveTo>
                <a:lnTo>
                  <a:pt x="1512552" y="0"/>
                </a:lnTo>
                <a:lnTo>
                  <a:pt x="1512552" y="1512551"/>
                </a:lnTo>
                <a:lnTo>
                  <a:pt x="0" y="15125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338595" y="1596164"/>
            <a:ext cx="1410747" cy="1410747"/>
          </a:xfrm>
          <a:custGeom>
            <a:avLst/>
            <a:gdLst/>
            <a:ahLst/>
            <a:cxnLst/>
            <a:rect r="r" b="b" t="t" l="l"/>
            <a:pathLst>
              <a:path h="1410747" w="1410747">
                <a:moveTo>
                  <a:pt x="0" y="0"/>
                </a:moveTo>
                <a:lnTo>
                  <a:pt x="1410747" y="0"/>
                </a:lnTo>
                <a:lnTo>
                  <a:pt x="1410747" y="1410747"/>
                </a:lnTo>
                <a:lnTo>
                  <a:pt x="0" y="14107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287693" y="7581318"/>
            <a:ext cx="1512552" cy="1512552"/>
          </a:xfrm>
          <a:custGeom>
            <a:avLst/>
            <a:gdLst/>
            <a:ahLst/>
            <a:cxnLst/>
            <a:rect r="r" b="b" t="t" l="l"/>
            <a:pathLst>
              <a:path h="1512552" w="1512552">
                <a:moveTo>
                  <a:pt x="0" y="0"/>
                </a:moveTo>
                <a:lnTo>
                  <a:pt x="1512552" y="0"/>
                </a:lnTo>
                <a:lnTo>
                  <a:pt x="1512552" y="1512552"/>
                </a:lnTo>
                <a:lnTo>
                  <a:pt x="0" y="15125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338595" y="7632221"/>
            <a:ext cx="1410747" cy="1410747"/>
          </a:xfrm>
          <a:custGeom>
            <a:avLst/>
            <a:gdLst/>
            <a:ahLst/>
            <a:cxnLst/>
            <a:rect r="r" b="b" t="t" l="l"/>
            <a:pathLst>
              <a:path h="1410747" w="1410747">
                <a:moveTo>
                  <a:pt x="0" y="0"/>
                </a:moveTo>
                <a:lnTo>
                  <a:pt x="1410747" y="0"/>
                </a:lnTo>
                <a:lnTo>
                  <a:pt x="1410747" y="1410747"/>
                </a:lnTo>
                <a:lnTo>
                  <a:pt x="0" y="14107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287693" y="3556084"/>
            <a:ext cx="1512552" cy="1512552"/>
          </a:xfrm>
          <a:custGeom>
            <a:avLst/>
            <a:gdLst/>
            <a:ahLst/>
            <a:cxnLst/>
            <a:rect r="r" b="b" t="t" l="l"/>
            <a:pathLst>
              <a:path h="1512552" w="1512552">
                <a:moveTo>
                  <a:pt x="0" y="0"/>
                </a:moveTo>
                <a:lnTo>
                  <a:pt x="1512552" y="0"/>
                </a:lnTo>
                <a:lnTo>
                  <a:pt x="1512552" y="1512552"/>
                </a:lnTo>
                <a:lnTo>
                  <a:pt x="0" y="15125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338595" y="3606986"/>
            <a:ext cx="1410747" cy="1410747"/>
          </a:xfrm>
          <a:custGeom>
            <a:avLst/>
            <a:gdLst/>
            <a:ahLst/>
            <a:cxnLst/>
            <a:rect r="r" b="b" t="t" l="l"/>
            <a:pathLst>
              <a:path h="1410747" w="1410747">
                <a:moveTo>
                  <a:pt x="0" y="0"/>
                </a:moveTo>
                <a:lnTo>
                  <a:pt x="1410747" y="0"/>
                </a:lnTo>
                <a:lnTo>
                  <a:pt x="1410747" y="1410748"/>
                </a:lnTo>
                <a:lnTo>
                  <a:pt x="0" y="141074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287693" y="5574791"/>
            <a:ext cx="1512552" cy="1512552"/>
          </a:xfrm>
          <a:custGeom>
            <a:avLst/>
            <a:gdLst/>
            <a:ahLst/>
            <a:cxnLst/>
            <a:rect r="r" b="b" t="t" l="l"/>
            <a:pathLst>
              <a:path h="1512552" w="1512552">
                <a:moveTo>
                  <a:pt x="0" y="0"/>
                </a:moveTo>
                <a:lnTo>
                  <a:pt x="1512552" y="0"/>
                </a:lnTo>
                <a:lnTo>
                  <a:pt x="1512552" y="1512551"/>
                </a:lnTo>
                <a:lnTo>
                  <a:pt x="0" y="15125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338595" y="5621399"/>
            <a:ext cx="1410747" cy="1410747"/>
          </a:xfrm>
          <a:custGeom>
            <a:avLst/>
            <a:gdLst/>
            <a:ahLst/>
            <a:cxnLst/>
            <a:rect r="r" b="b" t="t" l="l"/>
            <a:pathLst>
              <a:path h="1410747" w="1410747">
                <a:moveTo>
                  <a:pt x="0" y="0"/>
                </a:moveTo>
                <a:lnTo>
                  <a:pt x="1410747" y="0"/>
                </a:lnTo>
                <a:lnTo>
                  <a:pt x="1410747" y="1410747"/>
                </a:lnTo>
                <a:lnTo>
                  <a:pt x="0" y="1410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7692492" y="1828345"/>
            <a:ext cx="4798300" cy="9428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82"/>
              </a:lnSpc>
            </a:pPr>
            <a:r>
              <a:rPr lang="en-US" sz="6235" spc="-193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Observación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692492" y="3836196"/>
            <a:ext cx="4798300" cy="9428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82"/>
              </a:lnSpc>
            </a:pPr>
            <a:r>
              <a:rPr lang="en-US" sz="6235" spc="-193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Atención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692492" y="5845799"/>
            <a:ext cx="4798300" cy="9428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82"/>
              </a:lnSpc>
            </a:pPr>
            <a:r>
              <a:rPr lang="en-US" sz="6235" spc="-193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Revisión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692492" y="7855402"/>
            <a:ext cx="4798300" cy="9428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82"/>
              </a:lnSpc>
            </a:pPr>
            <a:r>
              <a:rPr lang="en-US" sz="6235" spc="-193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Intervención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5129857"/>
            <a:ext cx="5967686" cy="5143500"/>
            <a:chOff x="0" y="0"/>
            <a:chExt cx="1571736" cy="13546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1736" cy="1354667"/>
            </a:xfrm>
            <a:custGeom>
              <a:avLst/>
              <a:gdLst/>
              <a:ahLst/>
              <a:cxnLst/>
              <a:rect r="r" b="b" t="t" l="l"/>
              <a:pathLst>
                <a:path h="1354667" w="1571736">
                  <a:moveTo>
                    <a:pt x="0" y="0"/>
                  </a:moveTo>
                  <a:lnTo>
                    <a:pt x="1571736" y="0"/>
                  </a:lnTo>
                  <a:lnTo>
                    <a:pt x="1571736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571736" cy="13927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127843" y="5143500"/>
            <a:ext cx="6160157" cy="5143500"/>
            <a:chOff x="0" y="0"/>
            <a:chExt cx="1622428" cy="13546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2428" cy="1354667"/>
            </a:xfrm>
            <a:custGeom>
              <a:avLst/>
              <a:gdLst/>
              <a:ahLst/>
              <a:cxnLst/>
              <a:rect r="r" b="b" t="t" l="l"/>
              <a:pathLst>
                <a:path h="1354667" w="1622428">
                  <a:moveTo>
                    <a:pt x="0" y="0"/>
                  </a:moveTo>
                  <a:lnTo>
                    <a:pt x="1622428" y="0"/>
                  </a:lnTo>
                  <a:lnTo>
                    <a:pt x="1622428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622428" cy="13927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967686" y="-1030300"/>
            <a:ext cx="6160157" cy="616015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 l="0" t="0" r="-50375" b="0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6624697" y="454189"/>
            <a:ext cx="1364229" cy="1595589"/>
          </a:xfrm>
          <a:custGeom>
            <a:avLst/>
            <a:gdLst/>
            <a:ahLst/>
            <a:cxnLst/>
            <a:rect r="r" b="b" t="t" l="l"/>
            <a:pathLst>
              <a:path h="1595589" w="1364229">
                <a:moveTo>
                  <a:pt x="0" y="0"/>
                </a:moveTo>
                <a:lnTo>
                  <a:pt x="1364229" y="0"/>
                </a:lnTo>
                <a:lnTo>
                  <a:pt x="1364229" y="1595590"/>
                </a:lnTo>
                <a:lnTo>
                  <a:pt x="0" y="15955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2718393" y="2049779"/>
            <a:ext cx="1720792" cy="2641734"/>
          </a:xfrm>
          <a:custGeom>
            <a:avLst/>
            <a:gdLst/>
            <a:ahLst/>
            <a:cxnLst/>
            <a:rect r="r" b="b" t="t" l="l"/>
            <a:pathLst>
              <a:path h="2641734" w="1720792">
                <a:moveTo>
                  <a:pt x="0" y="0"/>
                </a:moveTo>
                <a:lnTo>
                  <a:pt x="1720792" y="0"/>
                </a:lnTo>
                <a:lnTo>
                  <a:pt x="1720792" y="2641733"/>
                </a:lnTo>
                <a:lnTo>
                  <a:pt x="0" y="26417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2615" t="0" r="0" b="-105683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333265" y="5106467"/>
            <a:ext cx="3429000" cy="5143500"/>
          </a:xfrm>
          <a:custGeom>
            <a:avLst/>
            <a:gdLst/>
            <a:ahLst/>
            <a:cxnLst/>
            <a:rect r="r" b="b" t="t" l="l"/>
            <a:pathLst>
              <a:path h="5143500" w="3429000">
                <a:moveTo>
                  <a:pt x="0" y="0"/>
                </a:moveTo>
                <a:lnTo>
                  <a:pt x="3429000" y="0"/>
                </a:lnTo>
                <a:lnTo>
                  <a:pt x="3429000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2867290" y="6124285"/>
            <a:ext cx="4496088" cy="3134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43178" indent="-521589" lvl="1">
              <a:lnSpc>
                <a:spcPts val="6281"/>
              </a:lnSpc>
              <a:buFont typeface="Arial"/>
              <a:buChar char="•"/>
            </a:pPr>
            <a:r>
              <a:rPr lang="en-US" sz="483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Profesores</a:t>
            </a:r>
          </a:p>
          <a:p>
            <a:pPr algn="l" marL="1043178" indent="-521589" lvl="1">
              <a:lnSpc>
                <a:spcPts val="6281"/>
              </a:lnSpc>
              <a:buFont typeface="Arial"/>
              <a:buChar char="•"/>
            </a:pPr>
            <a:r>
              <a:rPr lang="en-US" sz="483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Dirección</a:t>
            </a:r>
          </a:p>
          <a:p>
            <a:pPr algn="l" marL="1043178" indent="-521589" lvl="1">
              <a:lnSpc>
                <a:spcPts val="6281"/>
              </a:lnSpc>
              <a:buFont typeface="Arial"/>
              <a:buChar char="•"/>
            </a:pPr>
            <a:r>
              <a:rPr lang="en-US" sz="483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UTP</a:t>
            </a:r>
          </a:p>
          <a:p>
            <a:pPr algn="l" marL="1043178" indent="-521589" lvl="1">
              <a:lnSpc>
                <a:spcPts val="6281"/>
              </a:lnSpc>
              <a:buFont typeface="Arial"/>
              <a:buChar char="•"/>
            </a:pPr>
            <a:r>
              <a:rPr lang="en-US" sz="483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Apoderados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38021" y="6259351"/>
            <a:ext cx="4491645" cy="741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79"/>
              </a:lnSpc>
            </a:pPr>
            <a:r>
              <a:rPr lang="en-US" b="true" sz="4599">
                <a:solidFill>
                  <a:srgbClr val="D8D8D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Psicopedagogía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959488" y="700356"/>
            <a:ext cx="3536300" cy="9017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45"/>
              </a:lnSpc>
            </a:pPr>
            <a:r>
              <a:rPr lang="en-US" sz="5496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Pre-Kinder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8700" y="1019175"/>
            <a:ext cx="4022584" cy="3010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75"/>
              </a:lnSpc>
            </a:pPr>
            <a:r>
              <a:rPr lang="en-US" sz="6563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Contexto, usuarios e intereses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794360" y="3191117"/>
            <a:ext cx="3008601" cy="9017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45"/>
              </a:lnSpc>
            </a:pPr>
            <a:r>
              <a:rPr lang="en-US" sz="5496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IV Medio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045497" y="7573442"/>
            <a:ext cx="1876693" cy="17493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81"/>
              </a:lnSpc>
            </a:pPr>
            <a:r>
              <a:rPr lang="en-US" b="true" sz="10832">
                <a:solidFill>
                  <a:srgbClr val="D8D8D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PIE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07247" y="0"/>
            <a:ext cx="8060973" cy="10656449"/>
            <a:chOff x="0" y="0"/>
            <a:chExt cx="10747964" cy="14208599"/>
          </a:xfrm>
        </p:grpSpPr>
        <p:pic>
          <p:nvPicPr>
            <p:cNvPr name="Picture 3" id="3"/>
            <p:cNvPicPr>
              <a:picLocks noChangeAspect="true"/>
            </p:cNvPicPr>
            <p:nvPr/>
          </p:nvPicPr>
          <p:blipFill>
            <a:blip r:embed="rId2"/>
            <a:srcRect l="1873" t="0" r="39502" b="0"/>
            <a:stretch>
              <a:fillRect/>
            </a:stretch>
          </p:blipFill>
          <p:spPr>
            <a:xfrm flipH="false" flipV="false">
              <a:off x="0" y="0"/>
              <a:ext cx="10747964" cy="14208599"/>
            </a:xfrm>
            <a:prstGeom prst="rect">
              <a:avLst/>
            </a:prstGeom>
          </p:spPr>
        </p:pic>
      </p:grpSp>
      <p:grpSp>
        <p:nvGrpSpPr>
          <p:cNvPr name="Group 4" id="4"/>
          <p:cNvGrpSpPr/>
          <p:nvPr/>
        </p:nvGrpSpPr>
        <p:grpSpPr>
          <a:xfrm rot="0">
            <a:off x="7476068" y="1171483"/>
            <a:ext cx="6526561" cy="2357773"/>
            <a:chOff x="0" y="0"/>
            <a:chExt cx="1718930" cy="62097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18930" cy="620977"/>
            </a:xfrm>
            <a:custGeom>
              <a:avLst/>
              <a:gdLst/>
              <a:ahLst/>
              <a:cxnLst/>
              <a:rect r="r" b="b" t="t" l="l"/>
              <a:pathLst>
                <a:path h="620977" w="1718930">
                  <a:moveTo>
                    <a:pt x="0" y="0"/>
                  </a:moveTo>
                  <a:lnTo>
                    <a:pt x="1718930" y="0"/>
                  </a:lnTo>
                  <a:lnTo>
                    <a:pt x="1718930" y="620977"/>
                  </a:lnTo>
                  <a:lnTo>
                    <a:pt x="0" y="620977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718930" cy="6781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476068" y="4036005"/>
            <a:ext cx="6526561" cy="2357773"/>
            <a:chOff x="0" y="0"/>
            <a:chExt cx="1718930" cy="6209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718930" cy="620977"/>
            </a:xfrm>
            <a:custGeom>
              <a:avLst/>
              <a:gdLst/>
              <a:ahLst/>
              <a:cxnLst/>
              <a:rect r="r" b="b" t="t" l="l"/>
              <a:pathLst>
                <a:path h="620977" w="1718930">
                  <a:moveTo>
                    <a:pt x="0" y="0"/>
                  </a:moveTo>
                  <a:lnTo>
                    <a:pt x="1718930" y="0"/>
                  </a:lnTo>
                  <a:lnTo>
                    <a:pt x="1718930" y="620977"/>
                  </a:lnTo>
                  <a:lnTo>
                    <a:pt x="0" y="620977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718930" cy="6781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269704" y="1028700"/>
            <a:ext cx="968029" cy="863183"/>
            <a:chOff x="0" y="0"/>
            <a:chExt cx="254954" cy="2273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54954" cy="227340"/>
            </a:xfrm>
            <a:custGeom>
              <a:avLst/>
              <a:gdLst/>
              <a:ahLst/>
              <a:cxnLst/>
              <a:rect r="r" b="b" t="t" l="l"/>
              <a:pathLst>
                <a:path h="227340" w="254954">
                  <a:moveTo>
                    <a:pt x="0" y="0"/>
                  </a:moveTo>
                  <a:lnTo>
                    <a:pt x="254954" y="0"/>
                  </a:lnTo>
                  <a:lnTo>
                    <a:pt x="254954" y="227340"/>
                  </a:lnTo>
                  <a:lnTo>
                    <a:pt x="0" y="22734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254954" cy="2844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269704" y="3893222"/>
            <a:ext cx="968029" cy="863183"/>
            <a:chOff x="0" y="0"/>
            <a:chExt cx="254954" cy="2273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4954" cy="227340"/>
            </a:xfrm>
            <a:custGeom>
              <a:avLst/>
              <a:gdLst/>
              <a:ahLst/>
              <a:cxnLst/>
              <a:rect r="r" b="b" t="t" l="l"/>
              <a:pathLst>
                <a:path h="227340" w="254954">
                  <a:moveTo>
                    <a:pt x="0" y="0"/>
                  </a:moveTo>
                  <a:lnTo>
                    <a:pt x="254954" y="0"/>
                  </a:lnTo>
                  <a:lnTo>
                    <a:pt x="254954" y="227340"/>
                  </a:lnTo>
                  <a:lnTo>
                    <a:pt x="0" y="22734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54954" cy="2844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7476068" y="6900527"/>
            <a:ext cx="6526561" cy="2357773"/>
            <a:chOff x="0" y="0"/>
            <a:chExt cx="1718930" cy="62097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18930" cy="620977"/>
            </a:xfrm>
            <a:custGeom>
              <a:avLst/>
              <a:gdLst/>
              <a:ahLst/>
              <a:cxnLst/>
              <a:rect r="r" b="b" t="t" l="l"/>
              <a:pathLst>
                <a:path h="620977" w="1718930">
                  <a:moveTo>
                    <a:pt x="0" y="0"/>
                  </a:moveTo>
                  <a:lnTo>
                    <a:pt x="1718930" y="0"/>
                  </a:lnTo>
                  <a:lnTo>
                    <a:pt x="1718930" y="620977"/>
                  </a:lnTo>
                  <a:lnTo>
                    <a:pt x="0" y="620977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718930" cy="6781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872071" y="5344649"/>
            <a:ext cx="3723894" cy="4114800"/>
          </a:xfrm>
          <a:custGeom>
            <a:avLst/>
            <a:gdLst/>
            <a:ahLst/>
            <a:cxnLst/>
            <a:rect r="r" b="b" t="t" l="l"/>
            <a:pathLst>
              <a:path h="4114800" w="3723894">
                <a:moveTo>
                  <a:pt x="0" y="0"/>
                </a:moveTo>
                <a:lnTo>
                  <a:pt x="3723894" y="0"/>
                </a:lnTo>
                <a:lnTo>
                  <a:pt x="372389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329137" y="5975055"/>
            <a:ext cx="3271022" cy="837447"/>
            <a:chOff x="0" y="0"/>
            <a:chExt cx="861504" cy="22056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61504" cy="220562"/>
            </a:xfrm>
            <a:custGeom>
              <a:avLst/>
              <a:gdLst/>
              <a:ahLst/>
              <a:cxnLst/>
              <a:rect r="r" b="b" t="t" l="l"/>
              <a:pathLst>
                <a:path h="220562" w="861504">
                  <a:moveTo>
                    <a:pt x="110281" y="0"/>
                  </a:moveTo>
                  <a:lnTo>
                    <a:pt x="751223" y="0"/>
                  </a:lnTo>
                  <a:cubicBezTo>
                    <a:pt x="780471" y="0"/>
                    <a:pt x="808521" y="11619"/>
                    <a:pt x="829203" y="32301"/>
                  </a:cubicBezTo>
                  <a:cubicBezTo>
                    <a:pt x="849885" y="52982"/>
                    <a:pt x="861504" y="81033"/>
                    <a:pt x="861504" y="110281"/>
                  </a:cubicBezTo>
                  <a:lnTo>
                    <a:pt x="861504" y="110281"/>
                  </a:lnTo>
                  <a:cubicBezTo>
                    <a:pt x="861504" y="171188"/>
                    <a:pt x="812129" y="220562"/>
                    <a:pt x="751223" y="220562"/>
                  </a:cubicBezTo>
                  <a:lnTo>
                    <a:pt x="110281" y="220562"/>
                  </a:lnTo>
                  <a:cubicBezTo>
                    <a:pt x="49375" y="220562"/>
                    <a:pt x="0" y="171188"/>
                    <a:pt x="0" y="110281"/>
                  </a:cubicBezTo>
                  <a:lnTo>
                    <a:pt x="0" y="110281"/>
                  </a:lnTo>
                  <a:cubicBezTo>
                    <a:pt x="0" y="49375"/>
                    <a:pt x="49375" y="0"/>
                    <a:pt x="110281" y="0"/>
                  </a:cubicBez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861504" cy="2777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94133" y="6026653"/>
            <a:ext cx="3141030" cy="731090"/>
            <a:chOff x="0" y="0"/>
            <a:chExt cx="827267" cy="19255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27267" cy="192550"/>
            </a:xfrm>
            <a:custGeom>
              <a:avLst/>
              <a:gdLst/>
              <a:ahLst/>
              <a:cxnLst/>
              <a:rect r="r" b="b" t="t" l="l"/>
              <a:pathLst>
                <a:path h="192550" w="827267">
                  <a:moveTo>
                    <a:pt x="96275" y="0"/>
                  </a:moveTo>
                  <a:lnTo>
                    <a:pt x="730992" y="0"/>
                  </a:lnTo>
                  <a:cubicBezTo>
                    <a:pt x="756526" y="0"/>
                    <a:pt x="781014" y="10143"/>
                    <a:pt x="799069" y="28198"/>
                  </a:cubicBezTo>
                  <a:cubicBezTo>
                    <a:pt x="817124" y="46253"/>
                    <a:pt x="827267" y="70741"/>
                    <a:pt x="827267" y="96275"/>
                  </a:cubicBezTo>
                  <a:lnTo>
                    <a:pt x="827267" y="96275"/>
                  </a:lnTo>
                  <a:cubicBezTo>
                    <a:pt x="827267" y="121809"/>
                    <a:pt x="817124" y="146297"/>
                    <a:pt x="799069" y="164352"/>
                  </a:cubicBezTo>
                  <a:cubicBezTo>
                    <a:pt x="781014" y="182407"/>
                    <a:pt x="756526" y="192550"/>
                    <a:pt x="730992" y="192550"/>
                  </a:cubicBezTo>
                  <a:lnTo>
                    <a:pt x="96275" y="192550"/>
                  </a:lnTo>
                  <a:cubicBezTo>
                    <a:pt x="70741" y="192550"/>
                    <a:pt x="46253" y="182407"/>
                    <a:pt x="28198" y="164352"/>
                  </a:cubicBezTo>
                  <a:cubicBezTo>
                    <a:pt x="10143" y="146297"/>
                    <a:pt x="0" y="121809"/>
                    <a:pt x="0" y="96275"/>
                  </a:cubicBezTo>
                  <a:lnTo>
                    <a:pt x="0" y="96275"/>
                  </a:lnTo>
                  <a:cubicBezTo>
                    <a:pt x="0" y="70741"/>
                    <a:pt x="10143" y="46253"/>
                    <a:pt x="28198" y="28198"/>
                  </a:cubicBezTo>
                  <a:cubicBezTo>
                    <a:pt x="46253" y="10143"/>
                    <a:pt x="70741" y="0"/>
                    <a:pt x="96275" y="0"/>
                  </a:cubicBezTo>
                  <a:close/>
                </a:path>
              </a:pathLst>
            </a:custGeom>
            <a:solidFill>
              <a:srgbClr val="D8D8D8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827267" cy="24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4244570" y="7816350"/>
            <a:ext cx="2510756" cy="894639"/>
            <a:chOff x="0" y="0"/>
            <a:chExt cx="624633" cy="22257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24633" cy="222571"/>
            </a:xfrm>
            <a:custGeom>
              <a:avLst/>
              <a:gdLst/>
              <a:ahLst/>
              <a:cxnLst/>
              <a:rect r="r" b="b" t="t" l="l"/>
              <a:pathLst>
                <a:path h="222571" w="624633">
                  <a:moveTo>
                    <a:pt x="111285" y="0"/>
                  </a:moveTo>
                  <a:lnTo>
                    <a:pt x="513348" y="0"/>
                  </a:lnTo>
                  <a:cubicBezTo>
                    <a:pt x="542863" y="0"/>
                    <a:pt x="571168" y="11725"/>
                    <a:pt x="592038" y="32595"/>
                  </a:cubicBezTo>
                  <a:cubicBezTo>
                    <a:pt x="612909" y="53465"/>
                    <a:pt x="624633" y="81771"/>
                    <a:pt x="624633" y="111285"/>
                  </a:cubicBezTo>
                  <a:lnTo>
                    <a:pt x="624633" y="111285"/>
                  </a:lnTo>
                  <a:cubicBezTo>
                    <a:pt x="624633" y="172747"/>
                    <a:pt x="574809" y="222571"/>
                    <a:pt x="513348" y="222571"/>
                  </a:cubicBezTo>
                  <a:lnTo>
                    <a:pt x="111285" y="222571"/>
                  </a:lnTo>
                  <a:cubicBezTo>
                    <a:pt x="49824" y="222571"/>
                    <a:pt x="0" y="172747"/>
                    <a:pt x="0" y="111285"/>
                  </a:cubicBezTo>
                  <a:lnTo>
                    <a:pt x="0" y="111285"/>
                  </a:lnTo>
                  <a:cubicBezTo>
                    <a:pt x="0" y="49824"/>
                    <a:pt x="49824" y="0"/>
                    <a:pt x="111285" y="0"/>
                  </a:cubicBez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57150"/>
              <a:ext cx="624633" cy="2797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4296642" y="7879838"/>
            <a:ext cx="2406613" cy="773970"/>
            <a:chOff x="0" y="0"/>
            <a:chExt cx="598724" cy="19255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98724" cy="192550"/>
            </a:xfrm>
            <a:custGeom>
              <a:avLst/>
              <a:gdLst/>
              <a:ahLst/>
              <a:cxnLst/>
              <a:rect r="r" b="b" t="t" l="l"/>
              <a:pathLst>
                <a:path h="192550" w="598724">
                  <a:moveTo>
                    <a:pt x="96275" y="0"/>
                  </a:moveTo>
                  <a:lnTo>
                    <a:pt x="502449" y="0"/>
                  </a:lnTo>
                  <a:cubicBezTo>
                    <a:pt x="527983" y="0"/>
                    <a:pt x="552471" y="10143"/>
                    <a:pt x="570526" y="28198"/>
                  </a:cubicBezTo>
                  <a:cubicBezTo>
                    <a:pt x="588581" y="46253"/>
                    <a:pt x="598724" y="70741"/>
                    <a:pt x="598724" y="96275"/>
                  </a:cubicBezTo>
                  <a:lnTo>
                    <a:pt x="598724" y="96275"/>
                  </a:lnTo>
                  <a:cubicBezTo>
                    <a:pt x="598724" y="121809"/>
                    <a:pt x="588581" y="146297"/>
                    <a:pt x="570526" y="164352"/>
                  </a:cubicBezTo>
                  <a:cubicBezTo>
                    <a:pt x="552471" y="182407"/>
                    <a:pt x="527983" y="192550"/>
                    <a:pt x="502449" y="192550"/>
                  </a:cubicBezTo>
                  <a:lnTo>
                    <a:pt x="96275" y="192550"/>
                  </a:lnTo>
                  <a:cubicBezTo>
                    <a:pt x="70741" y="192550"/>
                    <a:pt x="46253" y="182407"/>
                    <a:pt x="28198" y="164352"/>
                  </a:cubicBezTo>
                  <a:cubicBezTo>
                    <a:pt x="10143" y="146297"/>
                    <a:pt x="0" y="121809"/>
                    <a:pt x="0" y="96275"/>
                  </a:cubicBezTo>
                  <a:lnTo>
                    <a:pt x="0" y="96275"/>
                  </a:lnTo>
                  <a:cubicBezTo>
                    <a:pt x="0" y="70741"/>
                    <a:pt x="10143" y="46253"/>
                    <a:pt x="28198" y="28198"/>
                  </a:cubicBezTo>
                  <a:cubicBezTo>
                    <a:pt x="46253" y="10143"/>
                    <a:pt x="70741" y="0"/>
                    <a:pt x="96275" y="0"/>
                  </a:cubicBezTo>
                  <a:close/>
                </a:path>
              </a:pathLst>
            </a:custGeom>
            <a:solidFill>
              <a:srgbClr val="D8D8D8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57150"/>
              <a:ext cx="598724" cy="249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32" id="32"/>
          <p:cNvSpPr/>
          <p:nvPr/>
        </p:nvSpPr>
        <p:spPr>
          <a:xfrm flipH="false" flipV="false" rot="0">
            <a:off x="13440324" y="1128657"/>
            <a:ext cx="626789" cy="663269"/>
          </a:xfrm>
          <a:custGeom>
            <a:avLst/>
            <a:gdLst/>
            <a:ahLst/>
            <a:cxnLst/>
            <a:rect r="r" b="b" t="t" l="l"/>
            <a:pathLst>
              <a:path h="663269" w="626789">
                <a:moveTo>
                  <a:pt x="0" y="0"/>
                </a:moveTo>
                <a:lnTo>
                  <a:pt x="626790" y="0"/>
                </a:lnTo>
                <a:lnTo>
                  <a:pt x="626790" y="663269"/>
                </a:lnTo>
                <a:lnTo>
                  <a:pt x="0" y="66326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7856768" y="4324813"/>
            <a:ext cx="774306" cy="774306"/>
          </a:xfrm>
          <a:custGeom>
            <a:avLst/>
            <a:gdLst/>
            <a:ahLst/>
            <a:cxnLst/>
            <a:rect r="r" b="b" t="t" l="l"/>
            <a:pathLst>
              <a:path h="774306" w="774306">
                <a:moveTo>
                  <a:pt x="0" y="0"/>
                </a:moveTo>
                <a:lnTo>
                  <a:pt x="774306" y="0"/>
                </a:lnTo>
                <a:lnTo>
                  <a:pt x="774306" y="774306"/>
                </a:lnTo>
                <a:lnTo>
                  <a:pt x="0" y="77430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10052394" y="4335992"/>
            <a:ext cx="945773" cy="945773"/>
          </a:xfrm>
          <a:custGeom>
            <a:avLst/>
            <a:gdLst/>
            <a:ahLst/>
            <a:cxnLst/>
            <a:rect r="r" b="b" t="t" l="l"/>
            <a:pathLst>
              <a:path h="945773" w="945773">
                <a:moveTo>
                  <a:pt x="0" y="0"/>
                </a:moveTo>
                <a:lnTo>
                  <a:pt x="945773" y="0"/>
                </a:lnTo>
                <a:lnTo>
                  <a:pt x="945773" y="945773"/>
                </a:lnTo>
                <a:lnTo>
                  <a:pt x="0" y="94577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11223889" y="5281765"/>
            <a:ext cx="961446" cy="961446"/>
          </a:xfrm>
          <a:custGeom>
            <a:avLst/>
            <a:gdLst/>
            <a:ahLst/>
            <a:cxnLst/>
            <a:rect r="r" b="b" t="t" l="l"/>
            <a:pathLst>
              <a:path h="961446" w="961446">
                <a:moveTo>
                  <a:pt x="0" y="0"/>
                </a:moveTo>
                <a:lnTo>
                  <a:pt x="961446" y="0"/>
                </a:lnTo>
                <a:lnTo>
                  <a:pt x="961446" y="961447"/>
                </a:lnTo>
                <a:lnTo>
                  <a:pt x="0" y="96144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8700631" y="5232929"/>
            <a:ext cx="886738" cy="936979"/>
          </a:xfrm>
          <a:custGeom>
            <a:avLst/>
            <a:gdLst/>
            <a:ahLst/>
            <a:cxnLst/>
            <a:rect r="r" b="b" t="t" l="l"/>
            <a:pathLst>
              <a:path h="936979" w="886738">
                <a:moveTo>
                  <a:pt x="0" y="0"/>
                </a:moveTo>
                <a:lnTo>
                  <a:pt x="886738" y="0"/>
                </a:lnTo>
                <a:lnTo>
                  <a:pt x="886738" y="936979"/>
                </a:lnTo>
                <a:lnTo>
                  <a:pt x="0" y="93697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9818242" y="4239334"/>
            <a:ext cx="458083" cy="519977"/>
          </a:xfrm>
          <a:custGeom>
            <a:avLst/>
            <a:gdLst/>
            <a:ahLst/>
            <a:cxnLst/>
            <a:rect r="r" b="b" t="t" l="l"/>
            <a:pathLst>
              <a:path h="519977" w="458083">
                <a:moveTo>
                  <a:pt x="0" y="0"/>
                </a:moveTo>
                <a:lnTo>
                  <a:pt x="458083" y="0"/>
                </a:lnTo>
                <a:lnTo>
                  <a:pt x="458083" y="519977"/>
                </a:lnTo>
                <a:lnTo>
                  <a:pt x="0" y="51997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-24080" r="0" b="0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0">
            <a:off x="9818242" y="4808879"/>
            <a:ext cx="458083" cy="535770"/>
          </a:xfrm>
          <a:custGeom>
            <a:avLst/>
            <a:gdLst/>
            <a:ahLst/>
            <a:cxnLst/>
            <a:rect r="r" b="b" t="t" l="l"/>
            <a:pathLst>
              <a:path h="535770" w="458083">
                <a:moveTo>
                  <a:pt x="0" y="0"/>
                </a:moveTo>
                <a:lnTo>
                  <a:pt x="458083" y="0"/>
                </a:lnTo>
                <a:lnTo>
                  <a:pt x="458083" y="535770"/>
                </a:lnTo>
                <a:lnTo>
                  <a:pt x="0" y="5357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12042211" y="4374618"/>
            <a:ext cx="1084369" cy="970031"/>
          </a:xfrm>
          <a:custGeom>
            <a:avLst/>
            <a:gdLst/>
            <a:ahLst/>
            <a:cxnLst/>
            <a:rect r="r" b="b" t="t" l="l"/>
            <a:pathLst>
              <a:path h="970031" w="1084369">
                <a:moveTo>
                  <a:pt x="0" y="0"/>
                </a:moveTo>
                <a:lnTo>
                  <a:pt x="1084369" y="0"/>
                </a:lnTo>
                <a:lnTo>
                  <a:pt x="1084369" y="970031"/>
                </a:lnTo>
                <a:lnTo>
                  <a:pt x="0" y="97003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40" id="40"/>
          <p:cNvSpPr/>
          <p:nvPr/>
        </p:nvSpPr>
        <p:spPr>
          <a:xfrm flipH="false" flipV="false" rot="0">
            <a:off x="13513294" y="4100376"/>
            <a:ext cx="480850" cy="471233"/>
          </a:xfrm>
          <a:custGeom>
            <a:avLst/>
            <a:gdLst/>
            <a:ahLst/>
            <a:cxnLst/>
            <a:rect r="r" b="b" t="t" l="l"/>
            <a:pathLst>
              <a:path h="471233" w="480850">
                <a:moveTo>
                  <a:pt x="0" y="0"/>
                </a:moveTo>
                <a:lnTo>
                  <a:pt x="480850" y="0"/>
                </a:lnTo>
                <a:lnTo>
                  <a:pt x="480850" y="471233"/>
                </a:lnTo>
                <a:lnTo>
                  <a:pt x="0" y="471233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1" id="41"/>
          <p:cNvSpPr txBox="true"/>
          <p:nvPr/>
        </p:nvSpPr>
        <p:spPr>
          <a:xfrm rot="0">
            <a:off x="1028700" y="3814860"/>
            <a:ext cx="5410637" cy="11529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651"/>
              </a:lnSpc>
            </a:pPr>
            <a:r>
              <a:rPr lang="en-US" sz="8399" spc="-260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Origen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902452" y="1284608"/>
            <a:ext cx="2174926" cy="1138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23"/>
              </a:lnSpc>
            </a:pPr>
            <a:r>
              <a:rPr lang="en-US" sz="7018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TDAH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800529" y="7212928"/>
            <a:ext cx="5877640" cy="1597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17"/>
              </a:lnSpc>
            </a:pPr>
            <a:r>
              <a:rPr lang="en-US" sz="3243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Experiencia Personal</a:t>
            </a:r>
          </a:p>
          <a:p>
            <a:pPr algn="ctr">
              <a:lnSpc>
                <a:spcPts val="4217"/>
              </a:lnSpc>
            </a:pPr>
            <a:r>
              <a:rPr lang="en-US" sz="3243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Orientación Psicopedagógica</a:t>
            </a:r>
          </a:p>
          <a:p>
            <a:pPr algn="ctr">
              <a:lnSpc>
                <a:spcPts val="4217"/>
              </a:lnSpc>
            </a:pPr>
            <a:r>
              <a:rPr lang="en-US" sz="3243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Formación Informática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58376" y="6141333"/>
            <a:ext cx="2976788" cy="476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3"/>
              </a:lnSpc>
            </a:pPr>
            <a:r>
              <a:rPr lang="en-US" b="true" sz="2994">
                <a:solidFill>
                  <a:srgbClr val="001E32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Psicopedagogía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4487016" y="8014378"/>
            <a:ext cx="2122182" cy="476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3"/>
              </a:lnSpc>
            </a:pPr>
            <a:r>
              <a:rPr lang="en-US" b="true" sz="2994">
                <a:solidFill>
                  <a:srgbClr val="001E32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Informática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7962488" y="2394383"/>
            <a:ext cx="5164092" cy="852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0"/>
              </a:lnSpc>
            </a:pPr>
            <a:r>
              <a:rPr lang="en-US" sz="260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Trastorno de deficit de atención con hiperactividad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849180" y="9145835"/>
            <a:ext cx="16410120" cy="0"/>
          </a:xfrm>
          <a:prstGeom prst="line">
            <a:avLst/>
          </a:prstGeom>
          <a:ln cap="flat" w="47625">
            <a:solidFill>
              <a:srgbClr val="001E32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" id="3"/>
          <p:cNvGrpSpPr/>
          <p:nvPr/>
        </p:nvGrpSpPr>
        <p:grpSpPr>
          <a:xfrm rot="0">
            <a:off x="3020027" y="9033369"/>
            <a:ext cx="224931" cy="224931"/>
            <a:chOff x="0" y="0"/>
            <a:chExt cx="739177" cy="73917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39177" cy="739177"/>
            </a:xfrm>
            <a:custGeom>
              <a:avLst/>
              <a:gdLst/>
              <a:ahLst/>
              <a:cxnLst/>
              <a:rect r="r" b="b" t="t" l="l"/>
              <a:pathLst>
                <a:path h="739177" w="739177">
                  <a:moveTo>
                    <a:pt x="369588" y="0"/>
                  </a:moveTo>
                  <a:cubicBezTo>
                    <a:pt x="165470" y="0"/>
                    <a:pt x="0" y="165470"/>
                    <a:pt x="0" y="369588"/>
                  </a:cubicBezTo>
                  <a:cubicBezTo>
                    <a:pt x="0" y="573707"/>
                    <a:pt x="165470" y="739177"/>
                    <a:pt x="369588" y="739177"/>
                  </a:cubicBezTo>
                  <a:cubicBezTo>
                    <a:pt x="573707" y="739177"/>
                    <a:pt x="739177" y="573707"/>
                    <a:pt x="739177" y="369588"/>
                  </a:cubicBezTo>
                  <a:cubicBezTo>
                    <a:pt x="739177" y="165470"/>
                    <a:pt x="573707" y="0"/>
                    <a:pt x="369588" y="0"/>
                  </a:cubicBez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69298" y="40723"/>
              <a:ext cx="600581" cy="6291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86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7039568" y="9033369"/>
            <a:ext cx="224931" cy="224931"/>
            <a:chOff x="0" y="0"/>
            <a:chExt cx="739177" cy="73917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39177" cy="739177"/>
            </a:xfrm>
            <a:custGeom>
              <a:avLst/>
              <a:gdLst/>
              <a:ahLst/>
              <a:cxnLst/>
              <a:rect r="r" b="b" t="t" l="l"/>
              <a:pathLst>
                <a:path h="739177" w="739177">
                  <a:moveTo>
                    <a:pt x="369588" y="0"/>
                  </a:moveTo>
                  <a:cubicBezTo>
                    <a:pt x="165470" y="0"/>
                    <a:pt x="0" y="165470"/>
                    <a:pt x="0" y="369588"/>
                  </a:cubicBezTo>
                  <a:cubicBezTo>
                    <a:pt x="0" y="573707"/>
                    <a:pt x="165470" y="739177"/>
                    <a:pt x="369588" y="739177"/>
                  </a:cubicBezTo>
                  <a:cubicBezTo>
                    <a:pt x="573707" y="739177"/>
                    <a:pt x="739177" y="573707"/>
                    <a:pt x="739177" y="369588"/>
                  </a:cubicBezTo>
                  <a:cubicBezTo>
                    <a:pt x="739177" y="165470"/>
                    <a:pt x="573707" y="0"/>
                    <a:pt x="369588" y="0"/>
                  </a:cubicBez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69298" y="40723"/>
              <a:ext cx="600581" cy="6291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86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081279" y="9033369"/>
            <a:ext cx="224931" cy="224931"/>
            <a:chOff x="0" y="0"/>
            <a:chExt cx="739177" cy="73917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39177" cy="739177"/>
            </a:xfrm>
            <a:custGeom>
              <a:avLst/>
              <a:gdLst/>
              <a:ahLst/>
              <a:cxnLst/>
              <a:rect r="r" b="b" t="t" l="l"/>
              <a:pathLst>
                <a:path h="739177" w="739177">
                  <a:moveTo>
                    <a:pt x="369588" y="0"/>
                  </a:moveTo>
                  <a:cubicBezTo>
                    <a:pt x="165470" y="0"/>
                    <a:pt x="0" y="165470"/>
                    <a:pt x="0" y="369588"/>
                  </a:cubicBezTo>
                  <a:cubicBezTo>
                    <a:pt x="0" y="573707"/>
                    <a:pt x="165470" y="739177"/>
                    <a:pt x="369588" y="739177"/>
                  </a:cubicBezTo>
                  <a:cubicBezTo>
                    <a:pt x="573707" y="739177"/>
                    <a:pt x="739177" y="573707"/>
                    <a:pt x="739177" y="369588"/>
                  </a:cubicBezTo>
                  <a:cubicBezTo>
                    <a:pt x="739177" y="165470"/>
                    <a:pt x="573707" y="0"/>
                    <a:pt x="369588" y="0"/>
                  </a:cubicBez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69298" y="40723"/>
              <a:ext cx="600581" cy="6291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86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5060969" y="9033369"/>
            <a:ext cx="224931" cy="224931"/>
            <a:chOff x="0" y="0"/>
            <a:chExt cx="739177" cy="73917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39177" cy="739177"/>
            </a:xfrm>
            <a:custGeom>
              <a:avLst/>
              <a:gdLst/>
              <a:ahLst/>
              <a:cxnLst/>
              <a:rect r="r" b="b" t="t" l="l"/>
              <a:pathLst>
                <a:path h="739177" w="739177">
                  <a:moveTo>
                    <a:pt x="369588" y="0"/>
                  </a:moveTo>
                  <a:cubicBezTo>
                    <a:pt x="165470" y="0"/>
                    <a:pt x="0" y="165470"/>
                    <a:pt x="0" y="369588"/>
                  </a:cubicBezTo>
                  <a:cubicBezTo>
                    <a:pt x="0" y="573707"/>
                    <a:pt x="165470" y="739177"/>
                    <a:pt x="369588" y="739177"/>
                  </a:cubicBezTo>
                  <a:cubicBezTo>
                    <a:pt x="573707" y="739177"/>
                    <a:pt x="739177" y="573707"/>
                    <a:pt x="739177" y="369588"/>
                  </a:cubicBezTo>
                  <a:cubicBezTo>
                    <a:pt x="739177" y="165470"/>
                    <a:pt x="573707" y="0"/>
                    <a:pt x="369588" y="0"/>
                  </a:cubicBez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69298" y="40723"/>
              <a:ext cx="600581" cy="6291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8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803323" y="4508832"/>
            <a:ext cx="2622486" cy="4267921"/>
            <a:chOff x="0" y="0"/>
            <a:chExt cx="417505" cy="67946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17505" cy="662939"/>
            </a:xfrm>
            <a:custGeom>
              <a:avLst/>
              <a:gdLst/>
              <a:ahLst/>
              <a:cxnLst/>
              <a:rect r="r" b="b" t="t" l="l"/>
              <a:pathLst>
                <a:path h="662939" w="417505">
                  <a:moveTo>
                    <a:pt x="417505" y="64578"/>
                  </a:moveTo>
                  <a:lnTo>
                    <a:pt x="417505" y="500583"/>
                  </a:lnTo>
                  <a:cubicBezTo>
                    <a:pt x="417505" y="540402"/>
                    <a:pt x="395788" y="577052"/>
                    <a:pt x="360862" y="596175"/>
                  </a:cubicBezTo>
                  <a:lnTo>
                    <a:pt x="265395" y="648447"/>
                  </a:lnTo>
                  <a:cubicBezTo>
                    <a:pt x="230105" y="667769"/>
                    <a:pt x="187399" y="667769"/>
                    <a:pt x="152109" y="648447"/>
                  </a:cubicBezTo>
                  <a:lnTo>
                    <a:pt x="56643" y="596175"/>
                  </a:lnTo>
                  <a:cubicBezTo>
                    <a:pt x="21717" y="577052"/>
                    <a:pt x="0" y="540402"/>
                    <a:pt x="0" y="500583"/>
                  </a:cubicBezTo>
                  <a:lnTo>
                    <a:pt x="0" y="64578"/>
                  </a:lnTo>
                  <a:cubicBezTo>
                    <a:pt x="0" y="47451"/>
                    <a:pt x="6804" y="31025"/>
                    <a:pt x="18914" y="18914"/>
                  </a:cubicBezTo>
                  <a:cubicBezTo>
                    <a:pt x="31025" y="6804"/>
                    <a:pt x="47451" y="0"/>
                    <a:pt x="64578" y="0"/>
                  </a:cubicBezTo>
                  <a:lnTo>
                    <a:pt x="352927" y="0"/>
                  </a:lnTo>
                  <a:cubicBezTo>
                    <a:pt x="370054" y="0"/>
                    <a:pt x="386479" y="6804"/>
                    <a:pt x="398590" y="18914"/>
                  </a:cubicBezTo>
                  <a:cubicBezTo>
                    <a:pt x="410701" y="31025"/>
                    <a:pt x="417505" y="47451"/>
                    <a:pt x="417505" y="64578"/>
                  </a:cubicBezTo>
                  <a:close/>
                </a:path>
              </a:pathLst>
            </a:custGeom>
            <a:solidFill>
              <a:srgbClr val="001E32"/>
            </a:solidFill>
            <a:ln cap="rnd">
              <a:noFill/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417505" cy="6032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74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2029520" y="5778713"/>
            <a:ext cx="2192496" cy="1087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10"/>
              </a:lnSpc>
            </a:pPr>
            <a:r>
              <a:rPr lang="en-US" sz="300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Pruebas de Certificación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00276" y="1152525"/>
            <a:ext cx="15487447" cy="11529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651"/>
              </a:lnSpc>
            </a:pPr>
            <a:r>
              <a:rPr lang="en-US" sz="8399" spc="-260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Competencias del perfil de egreso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5840790" y="4508832"/>
            <a:ext cx="2622486" cy="4267921"/>
            <a:chOff x="0" y="0"/>
            <a:chExt cx="417505" cy="67946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7505" cy="662939"/>
            </a:xfrm>
            <a:custGeom>
              <a:avLst/>
              <a:gdLst/>
              <a:ahLst/>
              <a:cxnLst/>
              <a:rect r="r" b="b" t="t" l="l"/>
              <a:pathLst>
                <a:path h="662939" w="417505">
                  <a:moveTo>
                    <a:pt x="417505" y="64578"/>
                  </a:moveTo>
                  <a:lnTo>
                    <a:pt x="417505" y="500583"/>
                  </a:lnTo>
                  <a:cubicBezTo>
                    <a:pt x="417505" y="540402"/>
                    <a:pt x="395788" y="577052"/>
                    <a:pt x="360862" y="596175"/>
                  </a:cubicBezTo>
                  <a:lnTo>
                    <a:pt x="265395" y="648447"/>
                  </a:lnTo>
                  <a:cubicBezTo>
                    <a:pt x="230105" y="667769"/>
                    <a:pt x="187399" y="667769"/>
                    <a:pt x="152109" y="648447"/>
                  </a:cubicBezTo>
                  <a:lnTo>
                    <a:pt x="56643" y="596175"/>
                  </a:lnTo>
                  <a:cubicBezTo>
                    <a:pt x="21717" y="577052"/>
                    <a:pt x="0" y="540402"/>
                    <a:pt x="0" y="500583"/>
                  </a:cubicBezTo>
                  <a:lnTo>
                    <a:pt x="0" y="64578"/>
                  </a:lnTo>
                  <a:cubicBezTo>
                    <a:pt x="0" y="47451"/>
                    <a:pt x="6804" y="31025"/>
                    <a:pt x="18914" y="18914"/>
                  </a:cubicBezTo>
                  <a:cubicBezTo>
                    <a:pt x="31025" y="6804"/>
                    <a:pt x="47451" y="0"/>
                    <a:pt x="64578" y="0"/>
                  </a:cubicBezTo>
                  <a:lnTo>
                    <a:pt x="352927" y="0"/>
                  </a:lnTo>
                  <a:cubicBezTo>
                    <a:pt x="370054" y="0"/>
                    <a:pt x="386479" y="6804"/>
                    <a:pt x="398590" y="18914"/>
                  </a:cubicBezTo>
                  <a:cubicBezTo>
                    <a:pt x="410701" y="31025"/>
                    <a:pt x="417505" y="47451"/>
                    <a:pt x="417505" y="64578"/>
                  </a:cubicBezTo>
                  <a:close/>
                </a:path>
              </a:pathLst>
            </a:custGeom>
            <a:solidFill>
              <a:srgbClr val="001E32"/>
            </a:solidFill>
            <a:ln cap="rnd">
              <a:noFill/>
              <a:prstDash val="solid"/>
              <a:round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7505" cy="6032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74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6128955" y="5502488"/>
            <a:ext cx="2046156" cy="1640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10"/>
              </a:lnSpc>
            </a:pPr>
            <a:r>
              <a:rPr lang="en-US" sz="300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Gestión de proyectos informáticos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882501" y="4508832"/>
            <a:ext cx="2622486" cy="4267921"/>
            <a:chOff x="0" y="0"/>
            <a:chExt cx="417505" cy="67946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17505" cy="662939"/>
            </a:xfrm>
            <a:custGeom>
              <a:avLst/>
              <a:gdLst/>
              <a:ahLst/>
              <a:cxnLst/>
              <a:rect r="r" b="b" t="t" l="l"/>
              <a:pathLst>
                <a:path h="662939" w="417505">
                  <a:moveTo>
                    <a:pt x="417505" y="64578"/>
                  </a:moveTo>
                  <a:lnTo>
                    <a:pt x="417505" y="500583"/>
                  </a:lnTo>
                  <a:cubicBezTo>
                    <a:pt x="417505" y="540402"/>
                    <a:pt x="395788" y="577052"/>
                    <a:pt x="360862" y="596175"/>
                  </a:cubicBezTo>
                  <a:lnTo>
                    <a:pt x="265395" y="648447"/>
                  </a:lnTo>
                  <a:cubicBezTo>
                    <a:pt x="230105" y="667769"/>
                    <a:pt x="187399" y="667769"/>
                    <a:pt x="152109" y="648447"/>
                  </a:cubicBezTo>
                  <a:lnTo>
                    <a:pt x="56643" y="596175"/>
                  </a:lnTo>
                  <a:cubicBezTo>
                    <a:pt x="21717" y="577052"/>
                    <a:pt x="0" y="540402"/>
                    <a:pt x="0" y="500583"/>
                  </a:cubicBezTo>
                  <a:lnTo>
                    <a:pt x="0" y="64578"/>
                  </a:lnTo>
                  <a:cubicBezTo>
                    <a:pt x="0" y="47451"/>
                    <a:pt x="6804" y="31025"/>
                    <a:pt x="18914" y="18914"/>
                  </a:cubicBezTo>
                  <a:cubicBezTo>
                    <a:pt x="31025" y="6804"/>
                    <a:pt x="47451" y="0"/>
                    <a:pt x="64578" y="0"/>
                  </a:cubicBezTo>
                  <a:lnTo>
                    <a:pt x="352927" y="0"/>
                  </a:lnTo>
                  <a:cubicBezTo>
                    <a:pt x="370054" y="0"/>
                    <a:pt x="386479" y="6804"/>
                    <a:pt x="398590" y="18914"/>
                  </a:cubicBezTo>
                  <a:cubicBezTo>
                    <a:pt x="410701" y="31025"/>
                    <a:pt x="417505" y="47451"/>
                    <a:pt x="417505" y="64578"/>
                  </a:cubicBezTo>
                  <a:close/>
                </a:path>
              </a:pathLst>
            </a:custGeom>
            <a:solidFill>
              <a:srgbClr val="001E32"/>
            </a:solidFill>
            <a:ln cap="rnd">
              <a:noFill/>
              <a:prstDash val="solid"/>
              <a:round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417505" cy="6032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74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0170666" y="5553660"/>
            <a:ext cx="2046156" cy="1640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10"/>
              </a:lnSpc>
            </a:pPr>
            <a:r>
              <a:rPr lang="en-US" sz="300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Construir modelos de datos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3862191" y="4457660"/>
            <a:ext cx="2622486" cy="4267921"/>
            <a:chOff x="0" y="0"/>
            <a:chExt cx="417505" cy="679461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17505" cy="662939"/>
            </a:xfrm>
            <a:custGeom>
              <a:avLst/>
              <a:gdLst/>
              <a:ahLst/>
              <a:cxnLst/>
              <a:rect r="r" b="b" t="t" l="l"/>
              <a:pathLst>
                <a:path h="662939" w="417505">
                  <a:moveTo>
                    <a:pt x="417505" y="64578"/>
                  </a:moveTo>
                  <a:lnTo>
                    <a:pt x="417505" y="500583"/>
                  </a:lnTo>
                  <a:cubicBezTo>
                    <a:pt x="417505" y="540402"/>
                    <a:pt x="395788" y="577052"/>
                    <a:pt x="360862" y="596175"/>
                  </a:cubicBezTo>
                  <a:lnTo>
                    <a:pt x="265395" y="648447"/>
                  </a:lnTo>
                  <a:cubicBezTo>
                    <a:pt x="230105" y="667769"/>
                    <a:pt x="187399" y="667769"/>
                    <a:pt x="152109" y="648447"/>
                  </a:cubicBezTo>
                  <a:lnTo>
                    <a:pt x="56643" y="596175"/>
                  </a:lnTo>
                  <a:cubicBezTo>
                    <a:pt x="21717" y="577052"/>
                    <a:pt x="0" y="540402"/>
                    <a:pt x="0" y="500583"/>
                  </a:cubicBezTo>
                  <a:lnTo>
                    <a:pt x="0" y="64578"/>
                  </a:lnTo>
                  <a:cubicBezTo>
                    <a:pt x="0" y="47451"/>
                    <a:pt x="6804" y="31025"/>
                    <a:pt x="18914" y="18914"/>
                  </a:cubicBezTo>
                  <a:cubicBezTo>
                    <a:pt x="31025" y="6804"/>
                    <a:pt x="47451" y="0"/>
                    <a:pt x="64578" y="0"/>
                  </a:cubicBezTo>
                  <a:lnTo>
                    <a:pt x="352927" y="0"/>
                  </a:lnTo>
                  <a:cubicBezTo>
                    <a:pt x="370054" y="0"/>
                    <a:pt x="386479" y="6804"/>
                    <a:pt x="398590" y="18914"/>
                  </a:cubicBezTo>
                  <a:cubicBezTo>
                    <a:pt x="410701" y="31025"/>
                    <a:pt x="417505" y="47451"/>
                    <a:pt x="417505" y="64578"/>
                  </a:cubicBezTo>
                  <a:close/>
                </a:path>
              </a:pathLst>
            </a:custGeom>
            <a:solidFill>
              <a:srgbClr val="001E32"/>
            </a:solidFill>
            <a:ln cap="rnd">
              <a:noFill/>
              <a:prstDash val="solid"/>
              <a:round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417505" cy="6032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74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4150356" y="5502488"/>
            <a:ext cx="2046156" cy="1640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410"/>
              </a:lnSpc>
            </a:pPr>
            <a:r>
              <a:rPr lang="en-US" sz="300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Desarrollar una solución de software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941666" y="-191691"/>
            <a:ext cx="6548173" cy="10670381"/>
            <a:chOff x="0" y="0"/>
            <a:chExt cx="1724622" cy="28103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24622" cy="2810306"/>
            </a:xfrm>
            <a:custGeom>
              <a:avLst/>
              <a:gdLst/>
              <a:ahLst/>
              <a:cxnLst/>
              <a:rect r="r" b="b" t="t" l="l"/>
              <a:pathLst>
                <a:path h="2810306" w="1724622">
                  <a:moveTo>
                    <a:pt x="0" y="0"/>
                  </a:moveTo>
                  <a:lnTo>
                    <a:pt x="1724622" y="0"/>
                  </a:lnTo>
                  <a:lnTo>
                    <a:pt x="1724622" y="2810306"/>
                  </a:lnTo>
                  <a:lnTo>
                    <a:pt x="0" y="2810306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724622" cy="2867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-5400000">
            <a:off x="1356891" y="5822302"/>
            <a:ext cx="912119" cy="912119"/>
          </a:xfrm>
          <a:custGeom>
            <a:avLst/>
            <a:gdLst/>
            <a:ahLst/>
            <a:cxnLst/>
            <a:rect r="r" b="b" t="t" l="l"/>
            <a:pathLst>
              <a:path h="912119" w="912119">
                <a:moveTo>
                  <a:pt x="0" y="0"/>
                </a:moveTo>
                <a:lnTo>
                  <a:pt x="912119" y="0"/>
                </a:lnTo>
                <a:lnTo>
                  <a:pt x="912119" y="912120"/>
                </a:lnTo>
                <a:lnTo>
                  <a:pt x="0" y="9121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400000">
            <a:off x="1385795" y="5852998"/>
            <a:ext cx="850728" cy="850728"/>
          </a:xfrm>
          <a:custGeom>
            <a:avLst/>
            <a:gdLst/>
            <a:ahLst/>
            <a:cxnLst/>
            <a:rect r="r" b="b" t="t" l="l"/>
            <a:pathLst>
              <a:path h="850728" w="850728">
                <a:moveTo>
                  <a:pt x="0" y="0"/>
                </a:moveTo>
                <a:lnTo>
                  <a:pt x="850728" y="0"/>
                </a:lnTo>
                <a:lnTo>
                  <a:pt x="850728" y="850728"/>
                </a:lnTo>
                <a:lnTo>
                  <a:pt x="0" y="8507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5400000">
            <a:off x="4995044" y="5822302"/>
            <a:ext cx="912119" cy="912119"/>
          </a:xfrm>
          <a:custGeom>
            <a:avLst/>
            <a:gdLst/>
            <a:ahLst/>
            <a:cxnLst/>
            <a:rect r="r" b="b" t="t" l="l"/>
            <a:pathLst>
              <a:path h="912119" w="912119">
                <a:moveTo>
                  <a:pt x="0" y="0"/>
                </a:moveTo>
                <a:lnTo>
                  <a:pt x="912119" y="0"/>
                </a:lnTo>
                <a:lnTo>
                  <a:pt x="912119" y="912120"/>
                </a:lnTo>
                <a:lnTo>
                  <a:pt x="0" y="9121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5400000">
            <a:off x="5025740" y="5852998"/>
            <a:ext cx="850728" cy="850728"/>
          </a:xfrm>
          <a:custGeom>
            <a:avLst/>
            <a:gdLst/>
            <a:ahLst/>
            <a:cxnLst/>
            <a:rect r="r" b="b" t="t" l="l"/>
            <a:pathLst>
              <a:path h="850728" w="850728">
                <a:moveTo>
                  <a:pt x="0" y="0"/>
                </a:moveTo>
                <a:lnTo>
                  <a:pt x="850727" y="0"/>
                </a:lnTo>
                <a:lnTo>
                  <a:pt x="850727" y="850728"/>
                </a:lnTo>
                <a:lnTo>
                  <a:pt x="0" y="85072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5400000">
            <a:off x="2567693" y="5822302"/>
            <a:ext cx="912119" cy="912119"/>
          </a:xfrm>
          <a:custGeom>
            <a:avLst/>
            <a:gdLst/>
            <a:ahLst/>
            <a:cxnLst/>
            <a:rect r="r" b="b" t="t" l="l"/>
            <a:pathLst>
              <a:path h="912119" w="912119">
                <a:moveTo>
                  <a:pt x="0" y="0"/>
                </a:moveTo>
                <a:lnTo>
                  <a:pt x="912119" y="0"/>
                </a:lnTo>
                <a:lnTo>
                  <a:pt x="912119" y="912120"/>
                </a:lnTo>
                <a:lnTo>
                  <a:pt x="0" y="9121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400000">
            <a:off x="2598388" y="5852998"/>
            <a:ext cx="850728" cy="850728"/>
          </a:xfrm>
          <a:custGeom>
            <a:avLst/>
            <a:gdLst/>
            <a:ahLst/>
            <a:cxnLst/>
            <a:rect r="r" b="b" t="t" l="l"/>
            <a:pathLst>
              <a:path h="850728" w="850728">
                <a:moveTo>
                  <a:pt x="0" y="0"/>
                </a:moveTo>
                <a:lnTo>
                  <a:pt x="850728" y="0"/>
                </a:lnTo>
                <a:lnTo>
                  <a:pt x="850728" y="850728"/>
                </a:lnTo>
                <a:lnTo>
                  <a:pt x="0" y="8507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5400000">
            <a:off x="3785040" y="5822302"/>
            <a:ext cx="912119" cy="912119"/>
          </a:xfrm>
          <a:custGeom>
            <a:avLst/>
            <a:gdLst/>
            <a:ahLst/>
            <a:cxnLst/>
            <a:rect r="r" b="b" t="t" l="l"/>
            <a:pathLst>
              <a:path h="912119" w="912119">
                <a:moveTo>
                  <a:pt x="0" y="0"/>
                </a:moveTo>
                <a:lnTo>
                  <a:pt x="912120" y="0"/>
                </a:lnTo>
                <a:lnTo>
                  <a:pt x="912120" y="912120"/>
                </a:lnTo>
                <a:lnTo>
                  <a:pt x="0" y="9121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-5400000">
            <a:off x="3813146" y="5852998"/>
            <a:ext cx="850728" cy="850728"/>
          </a:xfrm>
          <a:custGeom>
            <a:avLst/>
            <a:gdLst/>
            <a:ahLst/>
            <a:cxnLst/>
            <a:rect r="r" b="b" t="t" l="l"/>
            <a:pathLst>
              <a:path h="850728" w="850728">
                <a:moveTo>
                  <a:pt x="0" y="0"/>
                </a:moveTo>
                <a:lnTo>
                  <a:pt x="850728" y="0"/>
                </a:lnTo>
                <a:lnTo>
                  <a:pt x="850728" y="850728"/>
                </a:lnTo>
                <a:lnTo>
                  <a:pt x="0" y="85072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356891" y="7187374"/>
            <a:ext cx="1976014" cy="1531411"/>
          </a:xfrm>
          <a:custGeom>
            <a:avLst/>
            <a:gdLst/>
            <a:ahLst/>
            <a:cxnLst/>
            <a:rect r="r" b="b" t="t" l="l"/>
            <a:pathLst>
              <a:path h="1531411" w="1976014">
                <a:moveTo>
                  <a:pt x="0" y="0"/>
                </a:moveTo>
                <a:lnTo>
                  <a:pt x="1976014" y="0"/>
                </a:lnTo>
                <a:lnTo>
                  <a:pt x="1976014" y="1531411"/>
                </a:lnTo>
                <a:lnTo>
                  <a:pt x="0" y="153141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4083537" y="7172572"/>
            <a:ext cx="1777257" cy="1546214"/>
          </a:xfrm>
          <a:custGeom>
            <a:avLst/>
            <a:gdLst/>
            <a:ahLst/>
            <a:cxnLst/>
            <a:rect r="r" b="b" t="t" l="l"/>
            <a:pathLst>
              <a:path h="1546214" w="1777257">
                <a:moveTo>
                  <a:pt x="0" y="0"/>
                </a:moveTo>
                <a:lnTo>
                  <a:pt x="1777257" y="0"/>
                </a:lnTo>
                <a:lnTo>
                  <a:pt x="1777257" y="1546213"/>
                </a:lnTo>
                <a:lnTo>
                  <a:pt x="0" y="154621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6460869" y="7166491"/>
            <a:ext cx="1094368" cy="1552295"/>
          </a:xfrm>
          <a:custGeom>
            <a:avLst/>
            <a:gdLst/>
            <a:ahLst/>
            <a:cxnLst/>
            <a:rect r="r" b="b" t="t" l="l"/>
            <a:pathLst>
              <a:path h="1552295" w="1094368">
                <a:moveTo>
                  <a:pt x="0" y="0"/>
                </a:moveTo>
                <a:lnTo>
                  <a:pt x="1094368" y="0"/>
                </a:lnTo>
                <a:lnTo>
                  <a:pt x="1094368" y="1552294"/>
                </a:lnTo>
                <a:lnTo>
                  <a:pt x="0" y="155229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8369623" y="7166491"/>
            <a:ext cx="1404827" cy="1552295"/>
          </a:xfrm>
          <a:custGeom>
            <a:avLst/>
            <a:gdLst/>
            <a:ahLst/>
            <a:cxnLst/>
            <a:rect r="r" b="b" t="t" l="l"/>
            <a:pathLst>
              <a:path h="1552295" w="1404827">
                <a:moveTo>
                  <a:pt x="0" y="0"/>
                </a:moveTo>
                <a:lnTo>
                  <a:pt x="1404827" y="0"/>
                </a:lnTo>
                <a:lnTo>
                  <a:pt x="1404827" y="1552294"/>
                </a:lnTo>
                <a:lnTo>
                  <a:pt x="0" y="1552294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4701160" y="1473222"/>
            <a:ext cx="1029184" cy="1029184"/>
          </a:xfrm>
          <a:custGeom>
            <a:avLst/>
            <a:gdLst/>
            <a:ahLst/>
            <a:cxnLst/>
            <a:rect r="r" b="b" t="t" l="l"/>
            <a:pathLst>
              <a:path h="1029184" w="1029184">
                <a:moveTo>
                  <a:pt x="0" y="0"/>
                </a:moveTo>
                <a:lnTo>
                  <a:pt x="1029184" y="0"/>
                </a:lnTo>
                <a:lnTo>
                  <a:pt x="1029184" y="1029185"/>
                </a:lnTo>
                <a:lnTo>
                  <a:pt x="0" y="1029185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356891" y="3926827"/>
            <a:ext cx="8226168" cy="148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0"/>
              </a:lnSpc>
            </a:pPr>
            <a:r>
              <a:rPr lang="en-US" sz="3000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 proyecto contempla desarrollar y probar el núcleo funcional del sistema mediante datos completamente ficticios.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56891" y="2399772"/>
            <a:ext cx="9940696" cy="11529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651"/>
              </a:lnSpc>
            </a:pPr>
            <a:r>
              <a:rPr lang="en-US" sz="8399" spc="-260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Alcance y Factibilidad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154031" y="2981423"/>
            <a:ext cx="4123442" cy="892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90"/>
              </a:lnSpc>
            </a:pPr>
            <a:r>
              <a:rPr lang="en-US" sz="6495" spc="-201">
                <a:solidFill>
                  <a:srgbClr val="FF0000"/>
                </a:solidFill>
                <a:latin typeface="Poly"/>
                <a:ea typeface="Poly"/>
                <a:cs typeface="Poly"/>
                <a:sym typeface="Poly"/>
              </a:rPr>
              <a:t>Diagnóstico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547849" y="4597513"/>
            <a:ext cx="5335807" cy="810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76"/>
              </a:lnSpc>
            </a:pPr>
            <a:r>
              <a:rPr lang="en-US" sz="5899" spc="-182">
                <a:solidFill>
                  <a:srgbClr val="FF0000"/>
                </a:solidFill>
                <a:latin typeface="Poly"/>
                <a:ea typeface="Poly"/>
                <a:cs typeface="Poly"/>
                <a:sym typeface="Poly"/>
              </a:rPr>
              <a:t>Usar datos reales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547849" y="6457567"/>
            <a:ext cx="5335807" cy="2356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076"/>
              </a:lnSpc>
            </a:pPr>
            <a:r>
              <a:rPr lang="en-US" sz="5899" spc="-182">
                <a:solidFill>
                  <a:srgbClr val="FF0000"/>
                </a:solidFill>
                <a:latin typeface="Poly"/>
                <a:ea typeface="Poly"/>
                <a:cs typeface="Poly"/>
                <a:sym typeface="Poly"/>
              </a:rPr>
              <a:t>Integración con sistemas externos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238647" y="2619747"/>
            <a:ext cx="5094282" cy="999793"/>
            <a:chOff x="0" y="0"/>
            <a:chExt cx="1341704" cy="2633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41704" cy="263320"/>
            </a:xfrm>
            <a:custGeom>
              <a:avLst/>
              <a:gdLst/>
              <a:ahLst/>
              <a:cxnLst/>
              <a:rect r="r" b="b" t="t" l="l"/>
              <a:pathLst>
                <a:path h="263320" w="1341704">
                  <a:moveTo>
                    <a:pt x="0" y="0"/>
                  </a:moveTo>
                  <a:lnTo>
                    <a:pt x="1341704" y="0"/>
                  </a:lnTo>
                  <a:lnTo>
                    <a:pt x="1341704" y="263320"/>
                  </a:lnTo>
                  <a:lnTo>
                    <a:pt x="0" y="263320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341704" cy="3014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191047" y="1400811"/>
            <a:ext cx="5633598" cy="999793"/>
            <a:chOff x="0" y="0"/>
            <a:chExt cx="1483746" cy="2633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483746" cy="263320"/>
            </a:xfrm>
            <a:custGeom>
              <a:avLst/>
              <a:gdLst/>
              <a:ahLst/>
              <a:cxnLst/>
              <a:rect r="r" b="b" t="t" l="l"/>
              <a:pathLst>
                <a:path h="263320" w="1483746">
                  <a:moveTo>
                    <a:pt x="0" y="0"/>
                  </a:moveTo>
                  <a:lnTo>
                    <a:pt x="1483746" y="0"/>
                  </a:lnTo>
                  <a:lnTo>
                    <a:pt x="1483746" y="263320"/>
                  </a:lnTo>
                  <a:lnTo>
                    <a:pt x="0" y="263320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483746" cy="3014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6238647" y="3844106"/>
            <a:ext cx="4621746" cy="3535636"/>
          </a:xfrm>
          <a:custGeom>
            <a:avLst/>
            <a:gdLst/>
            <a:ahLst/>
            <a:cxnLst/>
            <a:rect r="r" b="b" t="t" l="l"/>
            <a:pathLst>
              <a:path h="3535636" w="4621746">
                <a:moveTo>
                  <a:pt x="0" y="0"/>
                </a:moveTo>
                <a:lnTo>
                  <a:pt x="4621747" y="0"/>
                </a:lnTo>
                <a:lnTo>
                  <a:pt x="4621747" y="3535635"/>
                </a:lnTo>
                <a:lnTo>
                  <a:pt x="0" y="35356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742906" y="4406776"/>
            <a:ext cx="1613229" cy="1613229"/>
          </a:xfrm>
          <a:custGeom>
            <a:avLst/>
            <a:gdLst/>
            <a:ahLst/>
            <a:cxnLst/>
            <a:rect r="r" b="b" t="t" l="l"/>
            <a:pathLst>
              <a:path h="1613229" w="1613229">
                <a:moveTo>
                  <a:pt x="0" y="0"/>
                </a:moveTo>
                <a:lnTo>
                  <a:pt x="1613229" y="0"/>
                </a:lnTo>
                <a:lnTo>
                  <a:pt x="1613229" y="1613229"/>
                </a:lnTo>
                <a:lnTo>
                  <a:pt x="0" y="16132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-6151627" y="0"/>
            <a:ext cx="11223847" cy="11223847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6"/>
              <a:stretch>
                <a:fillRect l="0" t="0" r="-50375" b="0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5929470" y="7606771"/>
            <a:ext cx="5403459" cy="2476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3900"/>
              </a:lnSpc>
              <a:buFont typeface="Arial"/>
              <a:buChar char="•"/>
            </a:pPr>
            <a:r>
              <a:rPr lang="en-US" sz="3000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Procesa información escolar ficticia</a:t>
            </a:r>
          </a:p>
          <a:p>
            <a:pPr algn="l" marL="647700" indent="-323850" lvl="1">
              <a:lnSpc>
                <a:spcPts val="3900"/>
              </a:lnSpc>
              <a:buFont typeface="Arial"/>
              <a:buChar char="•"/>
            </a:pPr>
            <a:r>
              <a:rPr lang="en-US" sz="3000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Identifica patrones</a:t>
            </a:r>
          </a:p>
          <a:p>
            <a:pPr algn="l" marL="647700" indent="-323850" lvl="1">
              <a:lnSpc>
                <a:spcPts val="3900"/>
              </a:lnSpc>
              <a:buFont typeface="Arial"/>
              <a:buChar char="•"/>
            </a:pPr>
            <a:r>
              <a:rPr lang="en-US" sz="3000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Apoya revisión y seguimiento</a:t>
            </a:r>
          </a:p>
          <a:p>
            <a:pPr algn="l" marL="0" indent="0" lvl="1">
              <a:lnSpc>
                <a:spcPts val="3900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1825656" y="2587070"/>
            <a:ext cx="6223846" cy="6438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3900"/>
              </a:lnSpc>
              <a:buFont typeface="Arial"/>
              <a:buChar char="•"/>
            </a:pPr>
            <a:r>
              <a:rPr lang="en-US" sz="3000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Requerimientos, atributos, variables y criterios psicopedagógicos</a:t>
            </a:r>
          </a:p>
          <a:p>
            <a:pPr algn="l" marL="647700" indent="-323850" lvl="1">
              <a:lnSpc>
                <a:spcPts val="3900"/>
              </a:lnSpc>
              <a:buFont typeface="Arial"/>
              <a:buChar char="•"/>
            </a:pPr>
            <a:r>
              <a:rPr lang="en-US" sz="3000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Diseñar arquitectura, modelo de datos, perfiles y protocolos</a:t>
            </a:r>
          </a:p>
          <a:p>
            <a:pPr algn="l" marL="647700" indent="-323850" lvl="1">
              <a:lnSpc>
                <a:spcPts val="3900"/>
              </a:lnSpc>
              <a:buFont typeface="Arial"/>
              <a:buChar char="•"/>
            </a:pPr>
            <a:r>
              <a:rPr lang="en-US" sz="3000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Implementar módulos principales</a:t>
            </a:r>
          </a:p>
          <a:p>
            <a:pPr algn="l" marL="647700" indent="-323850" lvl="1">
              <a:lnSpc>
                <a:spcPts val="3900"/>
              </a:lnSpc>
              <a:buFont typeface="Arial"/>
              <a:buChar char="•"/>
            </a:pPr>
            <a:r>
              <a:rPr lang="en-US" sz="3000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Construir data</a:t>
            </a:r>
          </a:p>
          <a:p>
            <a:pPr algn="l" marL="647700" indent="-323850" lvl="1">
              <a:lnSpc>
                <a:spcPts val="3900"/>
              </a:lnSpc>
              <a:buFont typeface="Arial"/>
              <a:buChar char="•"/>
            </a:pPr>
            <a:r>
              <a:rPr lang="en-US" sz="3000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Calibrar los criterios de alerta</a:t>
            </a:r>
          </a:p>
          <a:p>
            <a:pPr algn="l" marL="647700" indent="-323850" lvl="1">
              <a:lnSpc>
                <a:spcPts val="3900"/>
              </a:lnSpc>
              <a:buFont typeface="Arial"/>
              <a:buChar char="•"/>
            </a:pPr>
            <a:r>
              <a:rPr lang="en-US" sz="3000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Ejecutar pruebas funcionales de seguridad</a:t>
            </a:r>
          </a:p>
          <a:p>
            <a:pPr algn="l" marL="647700" indent="-323850" lvl="1">
              <a:lnSpc>
                <a:spcPts val="39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Documentación (resultados, limitaciones y condiciones futuras)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907279" y="2778313"/>
            <a:ext cx="3908345" cy="606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98"/>
              </a:lnSpc>
            </a:pPr>
            <a:r>
              <a:rPr lang="en-US" sz="3498">
                <a:solidFill>
                  <a:srgbClr val="FDFDFD"/>
                </a:solidFill>
                <a:latin typeface="Poly"/>
                <a:ea typeface="Poly"/>
                <a:cs typeface="Poly"/>
                <a:sym typeface="Poly"/>
              </a:rPr>
              <a:t>General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908644" y="1559378"/>
            <a:ext cx="4194564" cy="606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98"/>
              </a:lnSpc>
              <a:spcBef>
                <a:spcPct val="0"/>
              </a:spcBef>
            </a:pPr>
            <a:r>
              <a:rPr lang="en-US" sz="3498">
                <a:solidFill>
                  <a:srgbClr val="FDFDFD"/>
                </a:solidFill>
                <a:latin typeface="Poly"/>
                <a:ea typeface="Poly"/>
                <a:cs typeface="Poly"/>
                <a:sym typeface="Poly"/>
              </a:rPr>
              <a:t>Específicos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238647" y="786596"/>
            <a:ext cx="4688439" cy="11529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651"/>
              </a:lnSpc>
            </a:pPr>
            <a:r>
              <a:rPr lang="en-US" sz="8399" spc="-260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Objetivos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3534076"/>
            <a:ext cx="5375116" cy="5431728"/>
          </a:xfrm>
          <a:custGeom>
            <a:avLst/>
            <a:gdLst/>
            <a:ahLst/>
            <a:cxnLst/>
            <a:rect r="r" b="b" t="t" l="l"/>
            <a:pathLst>
              <a:path h="5431728" w="5375116">
                <a:moveTo>
                  <a:pt x="0" y="0"/>
                </a:moveTo>
                <a:lnTo>
                  <a:pt x="5375116" y="0"/>
                </a:lnTo>
                <a:lnTo>
                  <a:pt x="5375116" y="5431728"/>
                </a:lnTo>
                <a:lnTo>
                  <a:pt x="0" y="54317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88086" t="0" r="0" b="-86126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660596" y="-669510"/>
            <a:ext cx="6548173" cy="10670381"/>
            <a:chOff x="0" y="0"/>
            <a:chExt cx="1724622" cy="281030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4622" cy="2810306"/>
            </a:xfrm>
            <a:custGeom>
              <a:avLst/>
              <a:gdLst/>
              <a:ahLst/>
              <a:cxnLst/>
              <a:rect r="r" b="b" t="t" l="l"/>
              <a:pathLst>
                <a:path h="2810306" w="1724622">
                  <a:moveTo>
                    <a:pt x="0" y="0"/>
                  </a:moveTo>
                  <a:lnTo>
                    <a:pt x="1724622" y="0"/>
                  </a:lnTo>
                  <a:lnTo>
                    <a:pt x="1724622" y="2810306"/>
                  </a:lnTo>
                  <a:lnTo>
                    <a:pt x="0" y="2810306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1724622" cy="2867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7958928" y="3211601"/>
            <a:ext cx="2146555" cy="1931899"/>
          </a:xfrm>
          <a:custGeom>
            <a:avLst/>
            <a:gdLst/>
            <a:ahLst/>
            <a:cxnLst/>
            <a:rect r="r" b="b" t="t" l="l"/>
            <a:pathLst>
              <a:path h="1931899" w="2146555">
                <a:moveTo>
                  <a:pt x="0" y="0"/>
                </a:moveTo>
                <a:lnTo>
                  <a:pt x="2146555" y="0"/>
                </a:lnTo>
                <a:lnTo>
                  <a:pt x="2146555" y="1931899"/>
                </a:lnTo>
                <a:lnTo>
                  <a:pt x="0" y="19318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162277" y="4430513"/>
            <a:ext cx="2146555" cy="1931899"/>
          </a:xfrm>
          <a:custGeom>
            <a:avLst/>
            <a:gdLst/>
            <a:ahLst/>
            <a:cxnLst/>
            <a:rect r="r" b="b" t="t" l="l"/>
            <a:pathLst>
              <a:path h="1931899" w="2146555">
                <a:moveTo>
                  <a:pt x="0" y="0"/>
                </a:moveTo>
                <a:lnTo>
                  <a:pt x="2146555" y="0"/>
                </a:lnTo>
                <a:lnTo>
                  <a:pt x="2146555" y="1931900"/>
                </a:lnTo>
                <a:lnTo>
                  <a:pt x="0" y="1931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500207" y="5695950"/>
            <a:ext cx="2146555" cy="1931899"/>
          </a:xfrm>
          <a:custGeom>
            <a:avLst/>
            <a:gdLst/>
            <a:ahLst/>
            <a:cxnLst/>
            <a:rect r="r" b="b" t="t" l="l"/>
            <a:pathLst>
              <a:path h="1931899" w="2146555">
                <a:moveTo>
                  <a:pt x="0" y="0"/>
                </a:moveTo>
                <a:lnTo>
                  <a:pt x="2146555" y="0"/>
                </a:lnTo>
                <a:lnTo>
                  <a:pt x="2146555" y="1931899"/>
                </a:lnTo>
                <a:lnTo>
                  <a:pt x="0" y="193189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856500" y="1905606"/>
            <a:ext cx="4156364" cy="4114800"/>
          </a:xfrm>
          <a:custGeom>
            <a:avLst/>
            <a:gdLst/>
            <a:ahLst/>
            <a:cxnLst/>
            <a:rect r="r" b="b" t="t" l="l"/>
            <a:pathLst>
              <a:path h="4114800" w="4156364">
                <a:moveTo>
                  <a:pt x="0" y="0"/>
                </a:moveTo>
                <a:lnTo>
                  <a:pt x="4156364" y="0"/>
                </a:lnTo>
                <a:lnTo>
                  <a:pt x="415636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028700" y="1152525"/>
            <a:ext cx="7133577" cy="11529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651"/>
              </a:lnSpc>
              <a:spcBef>
                <a:spcPct val="0"/>
              </a:spcBef>
            </a:pPr>
            <a:r>
              <a:rPr lang="en-US" sz="8399" spc="-260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Metodología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472596" y="631060"/>
            <a:ext cx="3342807" cy="202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29"/>
              </a:lnSpc>
            </a:pPr>
            <a:r>
              <a:rPr lang="en-US" sz="4099">
                <a:solidFill>
                  <a:srgbClr val="001E32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Iterativo </a:t>
            </a:r>
          </a:p>
          <a:p>
            <a:pPr algn="ctr">
              <a:lnSpc>
                <a:spcPts val="5329"/>
              </a:lnSpc>
            </a:pPr>
            <a:r>
              <a:rPr lang="en-US" sz="4099">
                <a:solidFill>
                  <a:srgbClr val="001E32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 </a:t>
            </a:r>
          </a:p>
          <a:p>
            <a:pPr algn="ctr">
              <a:lnSpc>
                <a:spcPts val="5329"/>
              </a:lnSpc>
            </a:pPr>
            <a:r>
              <a:rPr lang="en-US" sz="4099">
                <a:solidFill>
                  <a:srgbClr val="001E32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Incremental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570996" y="7323559"/>
            <a:ext cx="2727372" cy="14304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790"/>
              </a:lnSpc>
              <a:spcBef>
                <a:spcPct val="0"/>
              </a:spcBef>
            </a:pPr>
            <a:r>
              <a:rPr lang="en-US" sz="10476" spc="-324">
                <a:solidFill>
                  <a:srgbClr val="D8D8D8"/>
                </a:solidFill>
                <a:latin typeface="Poly"/>
                <a:ea typeface="Poly"/>
                <a:cs typeface="Poly"/>
                <a:sym typeface="Poly"/>
              </a:rPr>
              <a:t>EDT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564151" y="7910195"/>
            <a:ext cx="3342807" cy="1348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29"/>
              </a:lnSpc>
            </a:pPr>
            <a:r>
              <a:rPr lang="en-US" sz="4099">
                <a:solidFill>
                  <a:srgbClr val="001E32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Modulos funcionales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308832" y="4263275"/>
            <a:ext cx="421810" cy="803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69"/>
              </a:lnSpc>
              <a:spcBef>
                <a:spcPct val="0"/>
              </a:spcBef>
            </a:pPr>
            <a:r>
              <a:rPr lang="en-US" sz="5892" spc="-182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85148" y="5446448"/>
            <a:ext cx="421810" cy="803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69"/>
              </a:lnSpc>
              <a:spcBef>
                <a:spcPct val="0"/>
              </a:spcBef>
            </a:pPr>
            <a:r>
              <a:rPr lang="en-US" sz="5892" spc="-182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2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906958" y="6824357"/>
            <a:ext cx="421810" cy="803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69"/>
              </a:lnSpc>
              <a:spcBef>
                <a:spcPct val="0"/>
              </a:spcBef>
            </a:pPr>
            <a:r>
              <a:rPr lang="en-US" sz="5892" spc="-182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3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-712138" y="-600604"/>
            <a:ext cx="19681549" cy="3026619"/>
          </a:xfrm>
          <a:prstGeom prst="rect">
            <a:avLst/>
          </a:prstGeom>
          <a:solidFill>
            <a:srgbClr val="001E32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578988" y="4880126"/>
            <a:ext cx="1157403" cy="1231280"/>
          </a:xfrm>
          <a:custGeom>
            <a:avLst/>
            <a:gdLst/>
            <a:ahLst/>
            <a:cxnLst/>
            <a:rect r="r" b="b" t="t" l="l"/>
            <a:pathLst>
              <a:path h="1231280" w="1157403">
                <a:moveTo>
                  <a:pt x="0" y="0"/>
                </a:moveTo>
                <a:lnTo>
                  <a:pt x="1157403" y="0"/>
                </a:lnTo>
                <a:lnTo>
                  <a:pt x="1157403" y="1231280"/>
                </a:lnTo>
                <a:lnTo>
                  <a:pt x="0" y="12312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96249" y="685023"/>
            <a:ext cx="4298120" cy="994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655"/>
              </a:lnSpc>
            </a:pPr>
            <a:r>
              <a:rPr lang="en-US" sz="6715">
                <a:solidFill>
                  <a:srgbClr val="D8D8D8"/>
                </a:solidFill>
                <a:latin typeface="Poly"/>
                <a:ea typeface="Poly"/>
                <a:cs typeface="Poly"/>
                <a:sym typeface="Poly"/>
              </a:rPr>
              <a:t>Evidencias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978825" y="5064390"/>
            <a:ext cx="4381528" cy="834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36"/>
              </a:lnSpc>
            </a:pPr>
            <a:r>
              <a:rPr lang="en-US" sz="2566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Documento de requerimientos y planificación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978825" y="7112760"/>
            <a:ext cx="3875602" cy="4150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36"/>
              </a:lnSpc>
            </a:pPr>
            <a:r>
              <a:rPr lang="en-US" sz="2566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Diseño técnico y prototipo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978825" y="8737512"/>
            <a:ext cx="4381528" cy="834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36"/>
              </a:lnSpc>
            </a:pPr>
            <a:r>
              <a:rPr lang="en-US" sz="2566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Incremento funcional y registro de desarrollo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03844" y="2726916"/>
            <a:ext cx="4733386" cy="1543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98"/>
              </a:lnSpc>
            </a:pPr>
            <a:r>
              <a:rPr lang="en-US" sz="5261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Evidencias de Avance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62746" y="6718946"/>
            <a:ext cx="1157403" cy="1231280"/>
          </a:xfrm>
          <a:custGeom>
            <a:avLst/>
            <a:gdLst/>
            <a:ahLst/>
            <a:cxnLst/>
            <a:rect r="r" b="b" t="t" l="l"/>
            <a:pathLst>
              <a:path h="1231280" w="1157403">
                <a:moveTo>
                  <a:pt x="0" y="0"/>
                </a:moveTo>
                <a:lnTo>
                  <a:pt x="1157403" y="0"/>
                </a:lnTo>
                <a:lnTo>
                  <a:pt x="1157403" y="1231280"/>
                </a:lnTo>
                <a:lnTo>
                  <a:pt x="0" y="12312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578988" y="8642660"/>
            <a:ext cx="1157403" cy="1231280"/>
          </a:xfrm>
          <a:custGeom>
            <a:avLst/>
            <a:gdLst/>
            <a:ahLst/>
            <a:cxnLst/>
            <a:rect r="r" b="b" t="t" l="l"/>
            <a:pathLst>
              <a:path h="1231280" w="1157403">
                <a:moveTo>
                  <a:pt x="0" y="0"/>
                </a:moveTo>
                <a:lnTo>
                  <a:pt x="1157403" y="0"/>
                </a:lnTo>
                <a:lnTo>
                  <a:pt x="1157403" y="1231280"/>
                </a:lnTo>
                <a:lnTo>
                  <a:pt x="0" y="12312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725630" y="2738781"/>
            <a:ext cx="4733386" cy="1543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98"/>
              </a:lnSpc>
            </a:pPr>
            <a:r>
              <a:rPr lang="en-US" sz="5261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Evidencias Finales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9741872" y="4880126"/>
            <a:ext cx="1157403" cy="1231280"/>
          </a:xfrm>
          <a:custGeom>
            <a:avLst/>
            <a:gdLst/>
            <a:ahLst/>
            <a:cxnLst/>
            <a:rect r="r" b="b" t="t" l="l"/>
            <a:pathLst>
              <a:path h="1231280" w="1157403">
                <a:moveTo>
                  <a:pt x="0" y="0"/>
                </a:moveTo>
                <a:lnTo>
                  <a:pt x="1157404" y="0"/>
                </a:lnTo>
                <a:lnTo>
                  <a:pt x="1157404" y="1231280"/>
                </a:lnTo>
                <a:lnTo>
                  <a:pt x="0" y="12312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1320881" y="5064390"/>
            <a:ext cx="3559740" cy="834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36"/>
              </a:lnSpc>
            </a:pPr>
            <a:r>
              <a:rPr lang="en-US" sz="2566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Aplicación web funcional ATEDA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320881" y="6903210"/>
            <a:ext cx="4831240" cy="834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36"/>
              </a:lnSpc>
            </a:pPr>
            <a:r>
              <a:rPr lang="en-US" sz="2566">
                <a:solidFill>
                  <a:srgbClr val="1A1A1A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Informe de calibración, pruebas y documentación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9725630" y="6718946"/>
            <a:ext cx="1157403" cy="1231280"/>
          </a:xfrm>
          <a:custGeom>
            <a:avLst/>
            <a:gdLst/>
            <a:ahLst/>
            <a:cxnLst/>
            <a:rect r="r" b="b" t="t" l="l"/>
            <a:pathLst>
              <a:path h="1231280" w="1157403">
                <a:moveTo>
                  <a:pt x="0" y="0"/>
                </a:moveTo>
                <a:lnTo>
                  <a:pt x="1157404" y="0"/>
                </a:lnTo>
                <a:lnTo>
                  <a:pt x="1157404" y="1231280"/>
                </a:lnTo>
                <a:lnTo>
                  <a:pt x="0" y="12312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910723" y="-192481"/>
            <a:ext cx="9910837" cy="10671962"/>
            <a:chOff x="0" y="0"/>
            <a:chExt cx="13214449" cy="14229282"/>
          </a:xfrm>
        </p:grpSpPr>
        <p:pic>
          <p:nvPicPr>
            <p:cNvPr name="Picture 3" id="3"/>
            <p:cNvPicPr>
              <a:picLocks noChangeAspect="true"/>
            </p:cNvPicPr>
            <p:nvPr/>
          </p:nvPicPr>
          <p:blipFill>
            <a:blip r:embed="rId2"/>
            <a:srcRect l="19121" t="0" r="19121" b="0"/>
            <a:stretch>
              <a:fillRect/>
            </a:stretch>
          </p:blipFill>
          <p:spPr>
            <a:xfrm flipH="false" flipV="false">
              <a:off x="0" y="0"/>
              <a:ext cx="13214449" cy="14229282"/>
            </a:xfrm>
            <a:prstGeom prst="rect">
              <a:avLst/>
            </a:prstGeom>
          </p:spPr>
        </p:pic>
      </p:grpSp>
      <p:grpSp>
        <p:nvGrpSpPr>
          <p:cNvPr name="Group 4" id="4"/>
          <p:cNvGrpSpPr/>
          <p:nvPr/>
        </p:nvGrpSpPr>
        <p:grpSpPr>
          <a:xfrm rot="0">
            <a:off x="257034" y="1697132"/>
            <a:ext cx="8553677" cy="798641"/>
            <a:chOff x="0" y="0"/>
            <a:chExt cx="2252820" cy="21034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52820" cy="210342"/>
            </a:xfrm>
            <a:custGeom>
              <a:avLst/>
              <a:gdLst/>
              <a:ahLst/>
              <a:cxnLst/>
              <a:rect r="r" b="b" t="t" l="l"/>
              <a:pathLst>
                <a:path h="210342" w="2252820">
                  <a:moveTo>
                    <a:pt x="0" y="0"/>
                  </a:moveTo>
                  <a:lnTo>
                    <a:pt x="2252820" y="0"/>
                  </a:lnTo>
                  <a:lnTo>
                    <a:pt x="2252820" y="210342"/>
                  </a:lnTo>
                  <a:lnTo>
                    <a:pt x="0" y="210342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2252820" cy="267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257034" y="2636358"/>
            <a:ext cx="8553677" cy="798641"/>
            <a:chOff x="0" y="0"/>
            <a:chExt cx="2252820" cy="21034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2820" cy="210342"/>
            </a:xfrm>
            <a:custGeom>
              <a:avLst/>
              <a:gdLst/>
              <a:ahLst/>
              <a:cxnLst/>
              <a:rect r="r" b="b" t="t" l="l"/>
              <a:pathLst>
                <a:path h="210342" w="2252820">
                  <a:moveTo>
                    <a:pt x="0" y="0"/>
                  </a:moveTo>
                  <a:lnTo>
                    <a:pt x="2252820" y="0"/>
                  </a:lnTo>
                  <a:lnTo>
                    <a:pt x="2252820" y="210342"/>
                  </a:lnTo>
                  <a:lnTo>
                    <a:pt x="0" y="210342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2252820" cy="267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257034" y="3577873"/>
            <a:ext cx="8553677" cy="798641"/>
            <a:chOff x="0" y="0"/>
            <a:chExt cx="2252820" cy="21034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52820" cy="210342"/>
            </a:xfrm>
            <a:custGeom>
              <a:avLst/>
              <a:gdLst/>
              <a:ahLst/>
              <a:cxnLst/>
              <a:rect r="r" b="b" t="t" l="l"/>
              <a:pathLst>
                <a:path h="210342" w="2252820">
                  <a:moveTo>
                    <a:pt x="0" y="0"/>
                  </a:moveTo>
                  <a:lnTo>
                    <a:pt x="2252820" y="0"/>
                  </a:lnTo>
                  <a:lnTo>
                    <a:pt x="2252820" y="210342"/>
                  </a:lnTo>
                  <a:lnTo>
                    <a:pt x="0" y="210342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2252820" cy="267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257034" y="4518734"/>
            <a:ext cx="8553677" cy="798641"/>
            <a:chOff x="0" y="0"/>
            <a:chExt cx="2252820" cy="21034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52820" cy="210342"/>
            </a:xfrm>
            <a:custGeom>
              <a:avLst/>
              <a:gdLst/>
              <a:ahLst/>
              <a:cxnLst/>
              <a:rect r="r" b="b" t="t" l="l"/>
              <a:pathLst>
                <a:path h="210342" w="2252820">
                  <a:moveTo>
                    <a:pt x="0" y="0"/>
                  </a:moveTo>
                  <a:lnTo>
                    <a:pt x="2252820" y="0"/>
                  </a:lnTo>
                  <a:lnTo>
                    <a:pt x="2252820" y="210342"/>
                  </a:lnTo>
                  <a:lnTo>
                    <a:pt x="0" y="210342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252820" cy="267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257034" y="5457296"/>
            <a:ext cx="8553677" cy="798641"/>
            <a:chOff x="0" y="0"/>
            <a:chExt cx="2252820" cy="21034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52820" cy="210342"/>
            </a:xfrm>
            <a:custGeom>
              <a:avLst/>
              <a:gdLst/>
              <a:ahLst/>
              <a:cxnLst/>
              <a:rect r="r" b="b" t="t" l="l"/>
              <a:pathLst>
                <a:path h="210342" w="2252820">
                  <a:moveTo>
                    <a:pt x="0" y="0"/>
                  </a:moveTo>
                  <a:lnTo>
                    <a:pt x="2252820" y="0"/>
                  </a:lnTo>
                  <a:lnTo>
                    <a:pt x="2252820" y="210342"/>
                  </a:lnTo>
                  <a:lnTo>
                    <a:pt x="0" y="210342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2252820" cy="267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57034" y="6395858"/>
            <a:ext cx="8553677" cy="798641"/>
            <a:chOff x="0" y="0"/>
            <a:chExt cx="2252820" cy="210342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52820" cy="210342"/>
            </a:xfrm>
            <a:custGeom>
              <a:avLst/>
              <a:gdLst/>
              <a:ahLst/>
              <a:cxnLst/>
              <a:rect r="r" b="b" t="t" l="l"/>
              <a:pathLst>
                <a:path h="210342" w="2252820">
                  <a:moveTo>
                    <a:pt x="0" y="0"/>
                  </a:moveTo>
                  <a:lnTo>
                    <a:pt x="2252820" y="0"/>
                  </a:lnTo>
                  <a:lnTo>
                    <a:pt x="2252820" y="210342"/>
                  </a:lnTo>
                  <a:lnTo>
                    <a:pt x="0" y="210342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57150"/>
              <a:ext cx="2252820" cy="267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257034" y="7346899"/>
            <a:ext cx="8553677" cy="798641"/>
            <a:chOff x="0" y="0"/>
            <a:chExt cx="2252820" cy="21034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252820" cy="210342"/>
            </a:xfrm>
            <a:custGeom>
              <a:avLst/>
              <a:gdLst/>
              <a:ahLst/>
              <a:cxnLst/>
              <a:rect r="r" b="b" t="t" l="l"/>
              <a:pathLst>
                <a:path h="210342" w="2252820">
                  <a:moveTo>
                    <a:pt x="0" y="0"/>
                  </a:moveTo>
                  <a:lnTo>
                    <a:pt x="2252820" y="0"/>
                  </a:lnTo>
                  <a:lnTo>
                    <a:pt x="2252820" y="210342"/>
                  </a:lnTo>
                  <a:lnTo>
                    <a:pt x="0" y="210342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2252820" cy="267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257034" y="8297939"/>
            <a:ext cx="8553677" cy="798641"/>
            <a:chOff x="0" y="0"/>
            <a:chExt cx="2252820" cy="21034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52820" cy="210342"/>
            </a:xfrm>
            <a:custGeom>
              <a:avLst/>
              <a:gdLst/>
              <a:ahLst/>
              <a:cxnLst/>
              <a:rect r="r" b="b" t="t" l="l"/>
              <a:pathLst>
                <a:path h="210342" w="2252820">
                  <a:moveTo>
                    <a:pt x="0" y="0"/>
                  </a:moveTo>
                  <a:lnTo>
                    <a:pt x="2252820" y="0"/>
                  </a:lnTo>
                  <a:lnTo>
                    <a:pt x="2252820" y="210342"/>
                  </a:lnTo>
                  <a:lnTo>
                    <a:pt x="0" y="210342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2252820" cy="267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257034" y="9248980"/>
            <a:ext cx="8553677" cy="798641"/>
            <a:chOff x="0" y="0"/>
            <a:chExt cx="2252820" cy="21034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52820" cy="210342"/>
            </a:xfrm>
            <a:custGeom>
              <a:avLst/>
              <a:gdLst/>
              <a:ahLst/>
              <a:cxnLst/>
              <a:rect r="r" b="b" t="t" l="l"/>
              <a:pathLst>
                <a:path h="210342" w="2252820">
                  <a:moveTo>
                    <a:pt x="0" y="0"/>
                  </a:moveTo>
                  <a:lnTo>
                    <a:pt x="2252820" y="0"/>
                  </a:lnTo>
                  <a:lnTo>
                    <a:pt x="2252820" y="210342"/>
                  </a:lnTo>
                  <a:lnTo>
                    <a:pt x="0" y="210342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57150"/>
              <a:ext cx="2252820" cy="267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524605" y="307140"/>
            <a:ext cx="5762154" cy="962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4"/>
              </a:lnSpc>
            </a:pPr>
            <a:r>
              <a:rPr lang="en-US" sz="6253">
                <a:solidFill>
                  <a:srgbClr val="1A1A1A"/>
                </a:solidFill>
                <a:latin typeface="Poly"/>
                <a:ea typeface="Poly"/>
                <a:cs typeface="Poly"/>
                <a:sym typeface="Poly"/>
              </a:rPr>
              <a:t>Plan de Trabajo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905801" y="1678082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01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905801" y="2617308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02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58375" y="1843801"/>
            <a:ext cx="6847149" cy="476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51"/>
              </a:lnSpc>
            </a:pPr>
            <a:r>
              <a:rPr lang="en-US" sz="2962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Definición del proyecto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58375" y="2783028"/>
            <a:ext cx="6847149" cy="476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51"/>
              </a:lnSpc>
            </a:pPr>
            <a:r>
              <a:rPr lang="en-US" sz="2962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Planificación y elaboración de la EDT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905801" y="3558823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03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58375" y="3724543"/>
            <a:ext cx="6847149" cy="476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51"/>
              </a:lnSpc>
            </a:pPr>
            <a:r>
              <a:rPr lang="en-US" sz="2962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Diseño técnico del sistema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905801" y="4511912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04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58375" y="4665404"/>
            <a:ext cx="6847149" cy="476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51"/>
              </a:lnSpc>
            </a:pPr>
            <a:r>
              <a:rPr lang="en-US" sz="2962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Definición de protocolos y casos ficticios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905801" y="5450725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05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58375" y="5603966"/>
            <a:ext cx="6847149" cy="476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51"/>
              </a:lnSpc>
            </a:pPr>
            <a:r>
              <a:rPr lang="en-US" sz="2962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Construcción de la aplicación base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905801" y="6389287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06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58375" y="6542528"/>
            <a:ext cx="6609249" cy="476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51"/>
              </a:lnSpc>
            </a:pPr>
            <a:r>
              <a:rPr lang="en-US" sz="2962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Carga, validación y almacenamiento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7647163" y="4608165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04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58375" y="7493569"/>
            <a:ext cx="6847149" cy="476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51"/>
              </a:lnSpc>
            </a:pPr>
            <a:r>
              <a:rPr lang="en-US" sz="2962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Implementación de alertas y seguimiento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7647163" y="5686648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05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58375" y="8444609"/>
            <a:ext cx="6847149" cy="476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51"/>
              </a:lnSpc>
            </a:pPr>
            <a:r>
              <a:rPr lang="en-US" sz="2962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Calibración y Pruebas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7647163" y="6765132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06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58375" y="9395650"/>
            <a:ext cx="6609249" cy="476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51"/>
              </a:lnSpc>
            </a:pPr>
            <a:r>
              <a:rPr lang="en-US" sz="2962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Despliegue y documentación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7905801" y="7261086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07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905801" y="8347701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08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7905801" y="9287080"/>
            <a:ext cx="779626" cy="680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4"/>
              </a:lnSpc>
            </a:pPr>
            <a:r>
              <a:rPr lang="en-US" sz="4337">
                <a:solidFill>
                  <a:srgbClr val="FFFFFF"/>
                </a:solidFill>
                <a:latin typeface="Poly"/>
                <a:ea typeface="Poly"/>
                <a:cs typeface="Poly"/>
                <a:sym typeface="Poly"/>
              </a:rPr>
              <a:t>09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351840" y="5743893"/>
            <a:ext cx="19134859" cy="4776021"/>
            <a:chOff x="0" y="0"/>
            <a:chExt cx="5039634" cy="125788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39634" cy="1257882"/>
            </a:xfrm>
            <a:custGeom>
              <a:avLst/>
              <a:gdLst/>
              <a:ahLst/>
              <a:cxnLst/>
              <a:rect r="r" b="b" t="t" l="l"/>
              <a:pathLst>
                <a:path h="1257882" w="5039634">
                  <a:moveTo>
                    <a:pt x="0" y="0"/>
                  </a:moveTo>
                  <a:lnTo>
                    <a:pt x="5039634" y="0"/>
                  </a:lnTo>
                  <a:lnTo>
                    <a:pt x="5039634" y="1257882"/>
                  </a:lnTo>
                  <a:lnTo>
                    <a:pt x="0" y="1257882"/>
                  </a:lnTo>
                  <a:close/>
                </a:path>
              </a:pathLst>
            </a:custGeom>
            <a:solidFill>
              <a:srgbClr val="001E3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039634" cy="1295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495020" y="-2036821"/>
            <a:ext cx="19278039" cy="5246370"/>
            <a:chOff x="0" y="0"/>
            <a:chExt cx="2986673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86673" cy="812800"/>
            </a:xfrm>
            <a:custGeom>
              <a:avLst/>
              <a:gdLst/>
              <a:ahLst/>
              <a:cxnLst/>
              <a:rect r="r" b="b" t="t" l="l"/>
              <a:pathLst>
                <a:path h="812800" w="2986673">
                  <a:moveTo>
                    <a:pt x="0" y="0"/>
                  </a:moveTo>
                  <a:lnTo>
                    <a:pt x="2986673" y="0"/>
                  </a:lnTo>
                  <a:lnTo>
                    <a:pt x="2986673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 l="0" t="-34295" r="0" b="-110061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579784" y="4604617"/>
            <a:ext cx="10971928" cy="848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01"/>
              </a:lnSpc>
            </a:pPr>
            <a:r>
              <a:rPr lang="en-US" sz="4858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11 Semanas de actividades progresivas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67199" y="6417392"/>
            <a:ext cx="12968023" cy="29362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49656" indent="-474828" lvl="1">
              <a:lnSpc>
                <a:spcPts val="6158"/>
              </a:lnSpc>
              <a:buFont typeface="Arial"/>
              <a:buChar char="•"/>
            </a:pPr>
            <a:r>
              <a:rPr lang="en-US" sz="4398">
                <a:solidFill>
                  <a:srgbClr val="FDFDFD"/>
                </a:solidFill>
                <a:latin typeface="Poly"/>
                <a:ea typeface="Poly"/>
                <a:cs typeface="Poly"/>
                <a:sym typeface="Poly"/>
              </a:rPr>
              <a:t>Definición y planificación</a:t>
            </a:r>
          </a:p>
          <a:p>
            <a:pPr algn="l" marL="949656" indent="-474828" lvl="1">
              <a:lnSpc>
                <a:spcPts val="10996"/>
              </a:lnSpc>
              <a:buFont typeface="Arial"/>
              <a:buChar char="•"/>
            </a:pPr>
            <a:r>
              <a:rPr lang="en-US" sz="4398">
                <a:solidFill>
                  <a:srgbClr val="FDFDFD"/>
                </a:solidFill>
                <a:latin typeface="Poly"/>
                <a:ea typeface="Poly"/>
                <a:cs typeface="Poly"/>
                <a:sym typeface="Poly"/>
              </a:rPr>
              <a:t>Diseño, desarrollo, calibración y pruebas</a:t>
            </a:r>
          </a:p>
          <a:p>
            <a:pPr algn="l" marL="949656" indent="-474828" lvl="1">
              <a:lnSpc>
                <a:spcPts val="6158"/>
              </a:lnSpc>
              <a:buFont typeface="Arial"/>
              <a:buChar char="•"/>
            </a:pPr>
            <a:r>
              <a:rPr lang="en-US" sz="4398">
                <a:solidFill>
                  <a:srgbClr val="FDFDFD"/>
                </a:solidFill>
                <a:latin typeface="Poly"/>
                <a:ea typeface="Poly"/>
                <a:cs typeface="Poly"/>
                <a:sym typeface="Poly"/>
              </a:rPr>
              <a:t>Despliegue, documentación y cierre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80734" y="3605448"/>
            <a:ext cx="7680886" cy="1027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670"/>
              </a:lnSpc>
            </a:pPr>
            <a:r>
              <a:rPr lang="en-US" sz="7447" spc="-230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Carta Gantt e Hitos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610336" y="795373"/>
          <a:ext cx="18859500" cy="4610100"/>
        </p:xfrm>
        <a:graphic>
          <a:graphicData uri="http://schemas.openxmlformats.org/presentationml/2006/ole">
            <p:oleObj imgW="22631400" imgH="83820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8D8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2024" y="-1374379"/>
            <a:ext cx="6639827" cy="11636661"/>
            <a:chOff x="0" y="0"/>
            <a:chExt cx="2247162" cy="393827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47162" cy="3938274"/>
            </a:xfrm>
            <a:custGeom>
              <a:avLst/>
              <a:gdLst/>
              <a:ahLst/>
              <a:cxnLst/>
              <a:rect r="r" b="b" t="t" l="l"/>
              <a:pathLst>
                <a:path h="3938274" w="2247162">
                  <a:moveTo>
                    <a:pt x="0" y="0"/>
                  </a:moveTo>
                  <a:lnTo>
                    <a:pt x="2247162" y="0"/>
                  </a:lnTo>
                  <a:lnTo>
                    <a:pt x="2247162" y="3938274"/>
                  </a:lnTo>
                  <a:lnTo>
                    <a:pt x="0" y="3938274"/>
                  </a:lnTo>
                  <a:close/>
                </a:path>
              </a:pathLst>
            </a:custGeom>
            <a:solidFill>
              <a:srgbClr val="001E32"/>
            </a:solidFill>
          </p:spPr>
        </p:sp>
      </p:grpSp>
      <p:grpSp>
        <p:nvGrpSpPr>
          <p:cNvPr name="Group 4" id="4"/>
          <p:cNvGrpSpPr/>
          <p:nvPr/>
        </p:nvGrpSpPr>
        <p:grpSpPr>
          <a:xfrm rot="-5400000">
            <a:off x="2066507" y="2970521"/>
            <a:ext cx="6639827" cy="4952524"/>
            <a:chOff x="0" y="0"/>
            <a:chExt cx="2247162" cy="167611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47162" cy="1676116"/>
            </a:xfrm>
            <a:custGeom>
              <a:avLst/>
              <a:gdLst/>
              <a:ahLst/>
              <a:cxnLst/>
              <a:rect r="r" b="b" t="t" l="l"/>
              <a:pathLst>
                <a:path h="1676116" w="2247162">
                  <a:moveTo>
                    <a:pt x="0" y="0"/>
                  </a:moveTo>
                  <a:lnTo>
                    <a:pt x="2247162" y="0"/>
                  </a:lnTo>
                  <a:lnTo>
                    <a:pt x="2247162" y="1676116"/>
                  </a:lnTo>
                  <a:lnTo>
                    <a:pt x="0" y="1676116"/>
                  </a:lnTo>
                  <a:close/>
                </a:path>
              </a:pathLst>
            </a:custGeom>
            <a:solidFill>
              <a:srgbClr val="001E32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708525" y="2513803"/>
            <a:ext cx="4754880" cy="6609055"/>
            <a:chOff x="0" y="0"/>
            <a:chExt cx="6339840" cy="8812074"/>
          </a:xfrm>
        </p:grpSpPr>
        <p:pic>
          <p:nvPicPr>
            <p:cNvPr name="Picture 7" id="7"/>
            <p:cNvPicPr>
              <a:picLocks noChangeAspect="true"/>
            </p:cNvPicPr>
            <p:nvPr/>
          </p:nvPicPr>
          <p:blipFill>
            <a:blip r:embed="rId2"/>
            <a:srcRect l="5151" t="0" r="47004" b="0"/>
            <a:stretch>
              <a:fillRect/>
            </a:stretch>
          </p:blipFill>
          <p:spPr>
            <a:xfrm flipH="false" flipV="false">
              <a:off x="0" y="0"/>
              <a:ext cx="6339840" cy="8812074"/>
            </a:xfrm>
            <a:prstGeom prst="rect">
              <a:avLst/>
            </a:prstGeom>
          </p:spPr>
        </p:pic>
      </p:grpSp>
      <p:grpSp>
        <p:nvGrpSpPr>
          <p:cNvPr name="Group 8" id="8"/>
          <p:cNvGrpSpPr/>
          <p:nvPr/>
        </p:nvGrpSpPr>
        <p:grpSpPr>
          <a:xfrm rot="-5400000">
            <a:off x="10276541" y="2970521"/>
            <a:ext cx="6639827" cy="4952524"/>
            <a:chOff x="0" y="0"/>
            <a:chExt cx="2247162" cy="16761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47162" cy="1676116"/>
            </a:xfrm>
            <a:custGeom>
              <a:avLst/>
              <a:gdLst/>
              <a:ahLst/>
              <a:cxnLst/>
              <a:rect r="r" b="b" t="t" l="l"/>
              <a:pathLst>
                <a:path h="1676116" w="2247162">
                  <a:moveTo>
                    <a:pt x="0" y="0"/>
                  </a:moveTo>
                  <a:lnTo>
                    <a:pt x="2247162" y="0"/>
                  </a:lnTo>
                  <a:lnTo>
                    <a:pt x="2247162" y="1676116"/>
                  </a:lnTo>
                  <a:lnTo>
                    <a:pt x="0" y="1676116"/>
                  </a:lnTo>
                  <a:close/>
                </a:path>
              </a:pathLst>
            </a:custGeom>
            <a:solidFill>
              <a:srgbClr val="001E32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927851" y="2513803"/>
            <a:ext cx="4754880" cy="6609055"/>
            <a:chOff x="0" y="0"/>
            <a:chExt cx="552754" cy="76830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2754" cy="768302"/>
            </a:xfrm>
            <a:custGeom>
              <a:avLst/>
              <a:gdLst/>
              <a:ahLst/>
              <a:cxnLst/>
              <a:rect r="r" b="b" t="t" l="l"/>
              <a:pathLst>
                <a:path h="768302" w="552754">
                  <a:moveTo>
                    <a:pt x="0" y="0"/>
                  </a:moveTo>
                  <a:lnTo>
                    <a:pt x="552754" y="0"/>
                  </a:lnTo>
                  <a:lnTo>
                    <a:pt x="552754" y="768302"/>
                  </a:lnTo>
                  <a:lnTo>
                    <a:pt x="0" y="768302"/>
                  </a:lnTo>
                  <a:close/>
                </a:path>
              </a:pathLst>
            </a:custGeom>
            <a:blipFill>
              <a:blip r:embed="rId3"/>
              <a:stretch>
                <a:fillRect l="-54507" t="0" r="-54507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7994930" y="5143500"/>
            <a:ext cx="2800673" cy="1442347"/>
          </a:xfrm>
          <a:custGeom>
            <a:avLst/>
            <a:gdLst/>
            <a:ahLst/>
            <a:cxnLst/>
            <a:rect r="r" b="b" t="t" l="l"/>
            <a:pathLst>
              <a:path h="1442347" w="2800673">
                <a:moveTo>
                  <a:pt x="0" y="0"/>
                </a:moveTo>
                <a:lnTo>
                  <a:pt x="2800673" y="0"/>
                </a:lnTo>
                <a:lnTo>
                  <a:pt x="2800673" y="1442347"/>
                </a:lnTo>
                <a:lnTo>
                  <a:pt x="0" y="14423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028653" y="709411"/>
            <a:ext cx="2603436" cy="1095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91"/>
              </a:lnSpc>
            </a:pPr>
            <a:r>
              <a:rPr lang="en-US" sz="6762">
                <a:solidFill>
                  <a:srgbClr val="001E32"/>
                </a:solidFill>
                <a:latin typeface="Poly"/>
                <a:ea typeface="Poly"/>
                <a:cs typeface="Poly"/>
                <a:sym typeface="Poly"/>
              </a:rPr>
              <a:t>Cierre</a:t>
            </a:r>
          </a:p>
        </p:txBody>
      </p:sp>
      <p:sp>
        <p:nvSpPr>
          <p:cNvPr name="Freeform 14" id="14"/>
          <p:cNvSpPr/>
          <p:nvPr/>
        </p:nvSpPr>
        <p:spPr>
          <a:xfrm>
            <a:off x="5897880" y="4494276"/>
            <a:ext cx="6492240" cy="1298448"/>
          </a:xfrm>
          <a:custGeom>
            <a:avLst/>
            <a:gdLst/>
            <a:ahLst/>
            <a:cxnLst/>
            <a:rect r="r" b="b" t="t" l="l"/>
            <a:pathLst>
              <a:path h="1298448" w="6492240">
                <a:moveTo>
                  <a:pt x="0" y="0"/>
                </a:moveTo>
                <a:lnTo>
                  <a:pt x="3017520" y="0"/>
                </a:lnTo>
                <a:cubicBezTo>
                  <a:pt x="3143772" y="0"/>
                  <a:pt x="3246120" y="102348"/>
                  <a:pt x="3246120" y="228600"/>
                </a:cubicBezTo>
                <a:lnTo>
                  <a:pt x="3246120" y="1069848"/>
                </a:lnTo>
                <a:cubicBezTo>
                  <a:pt x="3246120" y="1130476"/>
                  <a:pt x="3270205" y="1188622"/>
                  <a:pt x="3313076" y="1231493"/>
                </a:cubicBezTo>
                <a:cubicBezTo>
                  <a:pt x="3355946" y="1274363"/>
                  <a:pt x="3414091" y="1298448"/>
                  <a:pt x="3474720" y="1298448"/>
                </a:cubicBezTo>
                <a:lnTo>
                  <a:pt x="6492240" y="1298448"/>
                </a:lnTo>
              </a:path>
            </a:pathLst>
          </a:cu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DAHT0naFj4E</dc:identifier>
  <dcterms:modified xsi:type="dcterms:W3CDTF">2011-08-01T06:04:30Z</dcterms:modified>
  <cp:revision>1</cp:revision>
  <dc:title>instituto profesional duoc</dc:title>
</cp:coreProperties>
</file>