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Glacial Indifference" panose="020B0604020202020204" charset="0"/>
      <p:regular r:id="rId16"/>
    </p:embeddedFont>
    <p:embeddedFont>
      <p:font typeface="Glacial Indifference Bold" panose="020B0604020202020204" charset="0"/>
      <p:regular r:id="rId17"/>
    </p:embeddedFont>
    <p:embeddedFont>
      <p:font typeface="Poly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330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jpe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svg"/><Relationship Id="rId3" Type="http://schemas.openxmlformats.org/officeDocument/2006/relationships/image" Target="../media/image23.svg"/><Relationship Id="rId7" Type="http://schemas.openxmlformats.org/officeDocument/2006/relationships/image" Target="../media/image26.svg"/><Relationship Id="rId12" Type="http://schemas.openxmlformats.org/officeDocument/2006/relationships/image" Target="../media/image3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30.svg"/><Relationship Id="rId5" Type="http://schemas.openxmlformats.org/officeDocument/2006/relationships/image" Target="../media/image25.svg"/><Relationship Id="rId10" Type="http://schemas.openxmlformats.org/officeDocument/2006/relationships/image" Target="../media/image29.svg"/><Relationship Id="rId4" Type="http://schemas.openxmlformats.org/officeDocument/2006/relationships/image" Target="../media/image24.png"/><Relationship Id="rId9" Type="http://schemas.openxmlformats.org/officeDocument/2006/relationships/image" Target="../media/image28.svg"/><Relationship Id="rId14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7.sv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svg"/><Relationship Id="rId9" Type="http://schemas.openxmlformats.org/officeDocument/2006/relationships/image" Target="../media/image5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58076" y="453196"/>
            <a:ext cx="3371848" cy="828913"/>
          </a:xfrm>
          <a:custGeom>
            <a:avLst/>
            <a:gdLst/>
            <a:ahLst/>
            <a:cxnLst/>
            <a:rect l="l" t="t" r="r" b="b"/>
            <a:pathLst>
              <a:path w="3371848" h="828913">
                <a:moveTo>
                  <a:pt x="0" y="0"/>
                </a:moveTo>
                <a:lnTo>
                  <a:pt x="3371848" y="0"/>
                </a:lnTo>
                <a:lnTo>
                  <a:pt x="3371848" y="828912"/>
                </a:lnTo>
                <a:lnTo>
                  <a:pt x="0" y="828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246950" y="8629567"/>
            <a:ext cx="4416739" cy="35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230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Integrante: Benjamin Tapia Vergara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91729" y="2626647"/>
            <a:ext cx="5504542" cy="411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3478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Proyecto portafolio de título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5960" y="1576427"/>
            <a:ext cx="5876081" cy="321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2744" spc="181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INSTITUTO PROFESIONAL DUOC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64770" y="2082613"/>
            <a:ext cx="2358461" cy="24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2088" spc="137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SEDE ALAMEDA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1820" y="4999507"/>
            <a:ext cx="15224360" cy="2530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818" spc="407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Sistema de alerta temprana para la identificación de estudiantes con posibles dificultades de aprendizaje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36023" y="3486089"/>
            <a:ext cx="3815953" cy="148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33"/>
              </a:lnSpc>
              <a:spcBef>
                <a:spcPct val="0"/>
              </a:spcBef>
            </a:pPr>
            <a:r>
              <a:rPr lang="en-US" sz="8666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ATEDA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61968" y="9072954"/>
            <a:ext cx="4601721" cy="35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3"/>
              </a:lnSpc>
            </a:pPr>
            <a:r>
              <a:rPr lang="en-US" sz="2230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Profesor guia: Felipe Krauss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54459" y="9542400"/>
            <a:ext cx="4601721" cy="35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3"/>
              </a:lnSpc>
            </a:pPr>
            <a:r>
              <a:rPr lang="en-US" sz="2230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Santiago,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406" y="-1394866"/>
            <a:ext cx="7597529" cy="12275821"/>
            <a:chOff x="0" y="0"/>
            <a:chExt cx="2000995" cy="32331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0995" cy="3233138"/>
            </a:xfrm>
            <a:custGeom>
              <a:avLst/>
              <a:gdLst/>
              <a:ahLst/>
              <a:cxnLst/>
              <a:rect l="l" t="t" r="r" b="b"/>
              <a:pathLst>
                <a:path w="2000995" h="3233138">
                  <a:moveTo>
                    <a:pt x="0" y="0"/>
                  </a:moveTo>
                  <a:lnTo>
                    <a:pt x="2000995" y="0"/>
                  </a:lnTo>
                  <a:lnTo>
                    <a:pt x="2000995" y="3233138"/>
                  </a:lnTo>
                  <a:lnTo>
                    <a:pt x="0" y="3233138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00995" cy="3290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79516" y="770294"/>
            <a:ext cx="4462092" cy="3346569"/>
          </a:xfrm>
          <a:custGeom>
            <a:avLst/>
            <a:gdLst/>
            <a:ahLst/>
            <a:cxnLst/>
            <a:rect l="l" t="t" r="r" b="b"/>
            <a:pathLst>
              <a:path w="4462092" h="3346569">
                <a:moveTo>
                  <a:pt x="0" y="0"/>
                </a:moveTo>
                <a:lnTo>
                  <a:pt x="4462091" y="0"/>
                </a:lnTo>
                <a:lnTo>
                  <a:pt x="4462091" y="3346568"/>
                </a:lnTo>
                <a:lnTo>
                  <a:pt x="0" y="3346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33450" y="3508108"/>
            <a:ext cx="1987692" cy="2453941"/>
          </a:xfrm>
          <a:custGeom>
            <a:avLst/>
            <a:gdLst/>
            <a:ahLst/>
            <a:cxnLst/>
            <a:rect l="l" t="t" r="r" b="b"/>
            <a:pathLst>
              <a:path w="1987692" h="2453941">
                <a:moveTo>
                  <a:pt x="0" y="0"/>
                </a:moveTo>
                <a:lnTo>
                  <a:pt x="1987692" y="0"/>
                </a:lnTo>
                <a:lnTo>
                  <a:pt x="1987692" y="2453941"/>
                </a:lnTo>
                <a:lnTo>
                  <a:pt x="0" y="24539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02374" y="3508108"/>
            <a:ext cx="2559475" cy="2380312"/>
          </a:xfrm>
          <a:custGeom>
            <a:avLst/>
            <a:gdLst/>
            <a:ahLst/>
            <a:cxnLst/>
            <a:rect l="l" t="t" r="r" b="b"/>
            <a:pathLst>
              <a:path w="2559475" h="2380312">
                <a:moveTo>
                  <a:pt x="0" y="0"/>
                </a:moveTo>
                <a:lnTo>
                  <a:pt x="2559475" y="0"/>
                </a:lnTo>
                <a:lnTo>
                  <a:pt x="2559475" y="2380313"/>
                </a:lnTo>
                <a:lnTo>
                  <a:pt x="0" y="23803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374123" y="6933182"/>
            <a:ext cx="2187726" cy="2187726"/>
          </a:xfrm>
          <a:custGeom>
            <a:avLst/>
            <a:gdLst/>
            <a:ahLst/>
            <a:cxnLst/>
            <a:rect l="l" t="t" r="r" b="b"/>
            <a:pathLst>
              <a:path w="2187726" h="2187726">
                <a:moveTo>
                  <a:pt x="0" y="0"/>
                </a:moveTo>
                <a:lnTo>
                  <a:pt x="2187726" y="0"/>
                </a:lnTo>
                <a:lnTo>
                  <a:pt x="2187726" y="2187727"/>
                </a:lnTo>
                <a:lnTo>
                  <a:pt x="0" y="2187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52743" y="6652754"/>
            <a:ext cx="3226345" cy="2468154"/>
          </a:xfrm>
          <a:custGeom>
            <a:avLst/>
            <a:gdLst/>
            <a:ahLst/>
            <a:cxnLst/>
            <a:rect l="l" t="t" r="r" b="b"/>
            <a:pathLst>
              <a:path w="3226345" h="2468154">
                <a:moveTo>
                  <a:pt x="0" y="0"/>
                </a:moveTo>
                <a:lnTo>
                  <a:pt x="3226346" y="0"/>
                </a:lnTo>
                <a:lnTo>
                  <a:pt x="3226346" y="2468155"/>
                </a:lnTo>
                <a:lnTo>
                  <a:pt x="0" y="24681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23343" y="5213934"/>
            <a:ext cx="2793558" cy="3800759"/>
          </a:xfrm>
          <a:custGeom>
            <a:avLst/>
            <a:gdLst/>
            <a:ahLst/>
            <a:cxnLst/>
            <a:rect l="l" t="t" r="r" b="b"/>
            <a:pathLst>
              <a:path w="2793558" h="3800759">
                <a:moveTo>
                  <a:pt x="0" y="0"/>
                </a:moveTo>
                <a:lnTo>
                  <a:pt x="2793558" y="0"/>
                </a:lnTo>
                <a:lnTo>
                  <a:pt x="2793558" y="3800759"/>
                </a:lnTo>
                <a:lnTo>
                  <a:pt x="0" y="38007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925441" y="7474945"/>
            <a:ext cx="339542" cy="552100"/>
          </a:xfrm>
          <a:custGeom>
            <a:avLst/>
            <a:gdLst/>
            <a:ahLst/>
            <a:cxnLst/>
            <a:rect l="l" t="t" r="r" b="b"/>
            <a:pathLst>
              <a:path w="339542" h="552100">
                <a:moveTo>
                  <a:pt x="0" y="0"/>
                </a:moveTo>
                <a:lnTo>
                  <a:pt x="339541" y="0"/>
                </a:lnTo>
                <a:lnTo>
                  <a:pt x="339541" y="552100"/>
                </a:lnTo>
                <a:lnTo>
                  <a:pt x="0" y="552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30572" y="9248775"/>
            <a:ext cx="1983943" cy="525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3391" spc="-105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1° Básico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77619" y="4475685"/>
            <a:ext cx="1983943" cy="525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3391" spc="-105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IV-Medio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40348" y="904025"/>
            <a:ext cx="8796457" cy="111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5"/>
              </a:lnSpc>
            </a:pPr>
            <a:r>
              <a:rPr lang="en-US" sz="7295" spc="-226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Problema y Relevancia</a:t>
            </a:r>
          </a:p>
        </p:txBody>
      </p:sp>
      <p:sp>
        <p:nvSpPr>
          <p:cNvPr id="15" name="Freeform 15"/>
          <p:cNvSpPr/>
          <p:nvPr/>
        </p:nvSpPr>
        <p:spPr>
          <a:xfrm>
            <a:off x="3838077" y="6376704"/>
            <a:ext cx="339542" cy="552100"/>
          </a:xfrm>
          <a:custGeom>
            <a:avLst/>
            <a:gdLst/>
            <a:ahLst/>
            <a:cxnLst/>
            <a:rect l="l" t="t" r="r" b="b"/>
            <a:pathLst>
              <a:path w="339542" h="552100">
                <a:moveTo>
                  <a:pt x="0" y="0"/>
                </a:moveTo>
                <a:lnTo>
                  <a:pt x="339542" y="0"/>
                </a:lnTo>
                <a:lnTo>
                  <a:pt x="339542" y="552100"/>
                </a:lnTo>
                <a:lnTo>
                  <a:pt x="0" y="552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850351" y="5213934"/>
            <a:ext cx="339542" cy="552100"/>
          </a:xfrm>
          <a:custGeom>
            <a:avLst/>
            <a:gdLst/>
            <a:ahLst/>
            <a:cxnLst/>
            <a:rect l="l" t="t" r="r" b="b"/>
            <a:pathLst>
              <a:path w="339542" h="552100">
                <a:moveTo>
                  <a:pt x="0" y="0"/>
                </a:moveTo>
                <a:lnTo>
                  <a:pt x="339542" y="0"/>
                </a:lnTo>
                <a:lnTo>
                  <a:pt x="339542" y="552100"/>
                </a:lnTo>
                <a:lnTo>
                  <a:pt x="0" y="552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52739" y="-161925"/>
            <a:ext cx="6585280" cy="4429134"/>
            <a:chOff x="0" y="0"/>
            <a:chExt cx="1734395" cy="1166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4395" cy="1166521"/>
            </a:xfrm>
            <a:custGeom>
              <a:avLst/>
              <a:gdLst/>
              <a:ahLst/>
              <a:cxnLst/>
              <a:rect l="l" t="t" r="r" b="b"/>
              <a:pathLst>
                <a:path w="1734395" h="1166521">
                  <a:moveTo>
                    <a:pt x="0" y="0"/>
                  </a:moveTo>
                  <a:lnTo>
                    <a:pt x="1734395" y="0"/>
                  </a:lnTo>
                  <a:lnTo>
                    <a:pt x="1734395" y="1166521"/>
                  </a:lnTo>
                  <a:lnTo>
                    <a:pt x="0" y="1166521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34395" cy="1223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337368" y="1246285"/>
            <a:ext cx="1797079" cy="1662298"/>
          </a:xfrm>
          <a:custGeom>
            <a:avLst/>
            <a:gdLst/>
            <a:ahLst/>
            <a:cxnLst/>
            <a:rect l="l" t="t" r="r" b="b"/>
            <a:pathLst>
              <a:path w="1797079" h="1662298">
                <a:moveTo>
                  <a:pt x="0" y="0"/>
                </a:moveTo>
                <a:lnTo>
                  <a:pt x="1797079" y="0"/>
                </a:lnTo>
                <a:lnTo>
                  <a:pt x="1797079" y="1662298"/>
                </a:lnTo>
                <a:lnTo>
                  <a:pt x="0" y="1662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60382" y="1028700"/>
            <a:ext cx="1048734" cy="1048734"/>
          </a:xfrm>
          <a:custGeom>
            <a:avLst/>
            <a:gdLst/>
            <a:ahLst/>
            <a:cxnLst/>
            <a:rect l="l" t="t" r="r" b="b"/>
            <a:pathLst>
              <a:path w="1048734" h="1048734">
                <a:moveTo>
                  <a:pt x="0" y="0"/>
                </a:moveTo>
                <a:lnTo>
                  <a:pt x="1048733" y="0"/>
                </a:lnTo>
                <a:lnTo>
                  <a:pt x="1048733" y="1048734"/>
                </a:lnTo>
                <a:lnTo>
                  <a:pt x="0" y="1048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4576" y="3999584"/>
            <a:ext cx="946677" cy="1646394"/>
          </a:xfrm>
          <a:custGeom>
            <a:avLst/>
            <a:gdLst/>
            <a:ahLst/>
            <a:cxnLst/>
            <a:rect l="l" t="t" r="r" b="b"/>
            <a:pathLst>
              <a:path w="946677" h="1646394">
                <a:moveTo>
                  <a:pt x="0" y="0"/>
                </a:moveTo>
                <a:lnTo>
                  <a:pt x="946676" y="0"/>
                </a:lnTo>
                <a:lnTo>
                  <a:pt x="946676" y="1646394"/>
                </a:lnTo>
                <a:lnTo>
                  <a:pt x="0" y="1646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797414" y="4096913"/>
            <a:ext cx="1075130" cy="1569532"/>
          </a:xfrm>
          <a:custGeom>
            <a:avLst/>
            <a:gdLst/>
            <a:ahLst/>
            <a:cxnLst/>
            <a:rect l="l" t="t" r="r" b="b"/>
            <a:pathLst>
              <a:path w="1075130" h="1569532">
                <a:moveTo>
                  <a:pt x="0" y="0"/>
                </a:moveTo>
                <a:lnTo>
                  <a:pt x="1075130" y="0"/>
                </a:lnTo>
                <a:lnTo>
                  <a:pt x="1075130" y="1569532"/>
                </a:lnTo>
                <a:lnTo>
                  <a:pt x="0" y="1569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448472" y="4076446"/>
            <a:ext cx="886786" cy="1569532"/>
          </a:xfrm>
          <a:custGeom>
            <a:avLst/>
            <a:gdLst/>
            <a:ahLst/>
            <a:cxnLst/>
            <a:rect l="l" t="t" r="r" b="b"/>
            <a:pathLst>
              <a:path w="886786" h="1569532">
                <a:moveTo>
                  <a:pt x="0" y="0"/>
                </a:moveTo>
                <a:lnTo>
                  <a:pt x="886786" y="0"/>
                </a:lnTo>
                <a:lnTo>
                  <a:pt x="886786" y="1569532"/>
                </a:lnTo>
                <a:lnTo>
                  <a:pt x="0" y="1569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344626" y="4122718"/>
            <a:ext cx="930982" cy="1569532"/>
          </a:xfrm>
          <a:custGeom>
            <a:avLst/>
            <a:gdLst/>
            <a:ahLst/>
            <a:cxnLst/>
            <a:rect l="l" t="t" r="r" b="b"/>
            <a:pathLst>
              <a:path w="930982" h="1569532">
                <a:moveTo>
                  <a:pt x="0" y="0"/>
                </a:moveTo>
                <a:lnTo>
                  <a:pt x="930982" y="0"/>
                </a:lnTo>
                <a:lnTo>
                  <a:pt x="930982" y="1569532"/>
                </a:lnTo>
                <a:lnTo>
                  <a:pt x="0" y="15695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7018" t="-58382" r="-120637" b="-32083"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1393382" y="6509349"/>
            <a:ext cx="9147479" cy="0"/>
          </a:xfrm>
          <a:prstGeom prst="line">
            <a:avLst/>
          </a:prstGeom>
          <a:ln w="95250" cap="flat">
            <a:solidFill>
              <a:srgbClr val="001E32"/>
            </a:solidFill>
            <a:prstDash val="lgDash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442846" y="5931967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0415413" y="6213862"/>
            <a:ext cx="979765" cy="590974"/>
            <a:chOff x="0" y="0"/>
            <a:chExt cx="805739" cy="48600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5739" cy="486005"/>
            </a:xfrm>
            <a:custGeom>
              <a:avLst/>
              <a:gdLst/>
              <a:ahLst/>
              <a:cxnLst/>
              <a:rect l="l" t="t" r="r" b="b"/>
              <a:pathLst>
                <a:path w="805739" h="486005">
                  <a:moveTo>
                    <a:pt x="805739" y="243003"/>
                  </a:moveTo>
                  <a:lnTo>
                    <a:pt x="399339" y="0"/>
                  </a:lnTo>
                  <a:lnTo>
                    <a:pt x="399339" y="203200"/>
                  </a:lnTo>
                  <a:lnTo>
                    <a:pt x="0" y="203200"/>
                  </a:lnTo>
                  <a:lnTo>
                    <a:pt x="0" y="282805"/>
                  </a:lnTo>
                  <a:lnTo>
                    <a:pt x="399339" y="282805"/>
                  </a:lnTo>
                  <a:lnTo>
                    <a:pt x="399339" y="486005"/>
                  </a:lnTo>
                  <a:lnTo>
                    <a:pt x="805739" y="243003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146050"/>
              <a:ext cx="704139" cy="136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2667356" y="6486867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5747950" y="6509349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2298188" y="7561003"/>
            <a:ext cx="637003" cy="637003"/>
          </a:xfrm>
          <a:custGeom>
            <a:avLst/>
            <a:gdLst/>
            <a:ahLst/>
            <a:cxnLst/>
            <a:rect l="l" t="t" r="r" b="b"/>
            <a:pathLst>
              <a:path w="637003" h="637003">
                <a:moveTo>
                  <a:pt x="0" y="0"/>
                </a:moveTo>
                <a:lnTo>
                  <a:pt x="637003" y="0"/>
                </a:lnTo>
                <a:lnTo>
                  <a:pt x="637003" y="637004"/>
                </a:lnTo>
                <a:lnTo>
                  <a:pt x="0" y="637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9"/>
          <p:cNvSpPr/>
          <p:nvPr/>
        </p:nvSpPr>
        <p:spPr>
          <a:xfrm>
            <a:off x="7378055" y="6509349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 rot="8314776">
            <a:off x="9416215" y="7451423"/>
            <a:ext cx="683462" cy="683462"/>
          </a:xfrm>
          <a:custGeom>
            <a:avLst/>
            <a:gdLst/>
            <a:ahLst/>
            <a:cxnLst/>
            <a:rect l="l" t="t" r="r" b="b"/>
            <a:pathLst>
              <a:path w="683462" h="683462">
                <a:moveTo>
                  <a:pt x="0" y="0"/>
                </a:moveTo>
                <a:lnTo>
                  <a:pt x="683461" y="0"/>
                </a:lnTo>
                <a:lnTo>
                  <a:pt x="683461" y="683462"/>
                </a:lnTo>
                <a:lnTo>
                  <a:pt x="0" y="6834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401601" y="7709921"/>
            <a:ext cx="692699" cy="839635"/>
          </a:xfrm>
          <a:custGeom>
            <a:avLst/>
            <a:gdLst/>
            <a:ahLst/>
            <a:cxnLst/>
            <a:rect l="l" t="t" r="r" b="b"/>
            <a:pathLst>
              <a:path w="692699" h="839635">
                <a:moveTo>
                  <a:pt x="0" y="0"/>
                </a:moveTo>
                <a:lnTo>
                  <a:pt x="692699" y="0"/>
                </a:lnTo>
                <a:lnTo>
                  <a:pt x="692699" y="839636"/>
                </a:lnTo>
                <a:lnTo>
                  <a:pt x="0" y="8396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163272" y="7507256"/>
            <a:ext cx="392280" cy="392280"/>
          </a:xfrm>
          <a:custGeom>
            <a:avLst/>
            <a:gdLst/>
            <a:ahLst/>
            <a:cxnLst/>
            <a:rect l="l" t="t" r="r" b="b"/>
            <a:pathLst>
              <a:path w="392280" h="392280">
                <a:moveTo>
                  <a:pt x="0" y="0"/>
                </a:moveTo>
                <a:lnTo>
                  <a:pt x="392281" y="0"/>
                </a:lnTo>
                <a:lnTo>
                  <a:pt x="392281" y="392281"/>
                </a:lnTo>
                <a:lnTo>
                  <a:pt x="0" y="392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AutoShape 23"/>
          <p:cNvSpPr/>
          <p:nvPr/>
        </p:nvSpPr>
        <p:spPr>
          <a:xfrm flipH="1">
            <a:off x="6236051" y="5838777"/>
            <a:ext cx="0" cy="75017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6109486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251490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621385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AutoShape 27"/>
          <p:cNvSpPr/>
          <p:nvPr/>
        </p:nvSpPr>
        <p:spPr>
          <a:xfrm>
            <a:off x="8725673" y="5838777"/>
            <a:ext cx="0" cy="800836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Freeform 28"/>
          <p:cNvSpPr/>
          <p:nvPr/>
        </p:nvSpPr>
        <p:spPr>
          <a:xfrm>
            <a:off x="8599109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29" y="0"/>
                </a:lnTo>
                <a:lnTo>
                  <a:pt x="253129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9" name="AutoShape 29"/>
          <p:cNvSpPr/>
          <p:nvPr/>
        </p:nvSpPr>
        <p:spPr>
          <a:xfrm flipH="1">
            <a:off x="3895618" y="5838777"/>
            <a:ext cx="0" cy="75017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Freeform 30"/>
          <p:cNvSpPr/>
          <p:nvPr/>
        </p:nvSpPr>
        <p:spPr>
          <a:xfrm>
            <a:off x="3769053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540791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29" y="0"/>
                </a:lnTo>
                <a:lnTo>
                  <a:pt x="253129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6648110" y="7454318"/>
            <a:ext cx="1713021" cy="1533154"/>
          </a:xfrm>
          <a:custGeom>
            <a:avLst/>
            <a:gdLst/>
            <a:ahLst/>
            <a:cxnLst/>
            <a:rect l="l" t="t" r="r" b="b"/>
            <a:pathLst>
              <a:path w="1713021" h="1533154">
                <a:moveTo>
                  <a:pt x="0" y="0"/>
                </a:moveTo>
                <a:lnTo>
                  <a:pt x="1713020" y="0"/>
                </a:lnTo>
                <a:lnTo>
                  <a:pt x="1713020" y="1533154"/>
                </a:lnTo>
                <a:lnTo>
                  <a:pt x="0" y="15331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3" name="AutoShape 33"/>
          <p:cNvSpPr/>
          <p:nvPr/>
        </p:nvSpPr>
        <p:spPr>
          <a:xfrm>
            <a:off x="9757946" y="6509349"/>
            <a:ext cx="13207" cy="816437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Freeform 34"/>
          <p:cNvSpPr/>
          <p:nvPr/>
        </p:nvSpPr>
        <p:spPr>
          <a:xfrm>
            <a:off x="9631381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1852739" y="4267209"/>
            <a:ext cx="7307748" cy="6241247"/>
            <a:chOff x="0" y="0"/>
            <a:chExt cx="986702" cy="84270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86702" cy="842701"/>
            </a:xfrm>
            <a:custGeom>
              <a:avLst/>
              <a:gdLst/>
              <a:ahLst/>
              <a:cxnLst/>
              <a:rect l="l" t="t" r="r" b="b"/>
              <a:pathLst>
                <a:path w="986702" h="842701">
                  <a:moveTo>
                    <a:pt x="0" y="0"/>
                  </a:moveTo>
                  <a:lnTo>
                    <a:pt x="986702" y="0"/>
                  </a:lnTo>
                  <a:lnTo>
                    <a:pt x="986702" y="842701"/>
                  </a:lnTo>
                  <a:lnTo>
                    <a:pt x="0" y="842701"/>
                  </a:lnTo>
                  <a:close/>
                </a:path>
              </a:pathLst>
            </a:custGeom>
            <a:blipFill>
              <a:blip r:embed="rId13"/>
              <a:stretch>
                <a:fillRect l="-48127" t="-19088" r="-4817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 rot="-675323">
            <a:off x="2417872" y="7654312"/>
            <a:ext cx="395774" cy="4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839" spc="-88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3,7</a:t>
            </a:r>
          </a:p>
        </p:txBody>
      </p:sp>
      <p:sp>
        <p:nvSpPr>
          <p:cNvPr id="38" name="TextBox 38"/>
          <p:cNvSpPr txBox="1"/>
          <p:nvPr/>
        </p:nvSpPr>
        <p:spPr>
          <a:xfrm rot="405251">
            <a:off x="9574434" y="7526820"/>
            <a:ext cx="444910" cy="41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688" spc="-83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2,9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064192" y="1150546"/>
            <a:ext cx="6162374" cy="159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4"/>
              </a:lnSpc>
            </a:pPr>
            <a:r>
              <a:rPr lang="en-US" sz="5220" spc="-161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Evaluación psicopedagógica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82880"/>
            <a:ext cx="10652760" cy="10790290"/>
            <a:chOff x="0" y="0"/>
            <a:chExt cx="812800" cy="8232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23293"/>
            </a:xfrm>
            <a:custGeom>
              <a:avLst/>
              <a:gdLst/>
              <a:ahLst/>
              <a:cxnLst/>
              <a:rect l="l" t="t" r="r" b="b"/>
              <a:pathLst>
                <a:path w="812800" h="823293">
                  <a:moveTo>
                    <a:pt x="0" y="0"/>
                  </a:moveTo>
                  <a:lnTo>
                    <a:pt x="812800" y="0"/>
                  </a:lnTo>
                  <a:lnTo>
                    <a:pt x="812800" y="823293"/>
                  </a:lnTo>
                  <a:lnTo>
                    <a:pt x="0" y="823293"/>
                  </a:lnTo>
                  <a:close/>
                </a:path>
              </a:pathLst>
            </a:custGeom>
            <a:blipFill>
              <a:blip r:embed="rId2"/>
              <a:stretch>
                <a:fillRect l="-26158" r="-2615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272224" y="2360868"/>
            <a:ext cx="9784432" cy="5565264"/>
            <a:chOff x="0" y="0"/>
            <a:chExt cx="2576970" cy="14657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970" cy="1465749"/>
            </a:xfrm>
            <a:custGeom>
              <a:avLst/>
              <a:gdLst/>
              <a:ahLst/>
              <a:cxnLst/>
              <a:rect l="l" t="t" r="r" b="b"/>
              <a:pathLst>
                <a:path w="2576970" h="1465749">
                  <a:moveTo>
                    <a:pt x="0" y="0"/>
                  </a:moveTo>
                  <a:lnTo>
                    <a:pt x="2576970" y="0"/>
                  </a:lnTo>
                  <a:lnTo>
                    <a:pt x="2576970" y="1465749"/>
                  </a:lnTo>
                  <a:lnTo>
                    <a:pt x="0" y="1465749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76970" cy="1522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706034" y="3114507"/>
            <a:ext cx="6916811" cy="105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43"/>
              </a:lnSpc>
            </a:pPr>
            <a:r>
              <a:rPr lang="en-US" sz="8399" spc="-260">
                <a:solidFill>
                  <a:srgbClr val="EAEAE8"/>
                </a:solidFill>
                <a:latin typeface="Poly"/>
                <a:ea typeface="Poly"/>
                <a:cs typeface="Poly"/>
                <a:sym typeface="Poly"/>
              </a:rPr>
              <a:t>ATEDA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62844" y="4363036"/>
            <a:ext cx="8403192" cy="295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4"/>
              </a:lnSpc>
            </a:pPr>
            <a:r>
              <a:rPr lang="en-US" sz="450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alerta temprana para la identificación de estudiantes con posibles dificultades de aprendizaje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8635" y="2622231"/>
            <a:ext cx="1456750" cy="1843988"/>
          </a:xfrm>
          <a:custGeom>
            <a:avLst/>
            <a:gdLst/>
            <a:ahLst/>
            <a:cxnLst/>
            <a:rect l="l" t="t" r="r" b="b"/>
            <a:pathLst>
              <a:path w="1456750" h="1843988">
                <a:moveTo>
                  <a:pt x="0" y="0"/>
                </a:moveTo>
                <a:lnTo>
                  <a:pt x="1456751" y="0"/>
                </a:lnTo>
                <a:lnTo>
                  <a:pt x="1456751" y="1843988"/>
                </a:lnTo>
                <a:lnTo>
                  <a:pt x="0" y="1843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68555" y="6562529"/>
            <a:ext cx="1684833" cy="1684833"/>
          </a:xfrm>
          <a:custGeom>
            <a:avLst/>
            <a:gdLst/>
            <a:ahLst/>
            <a:cxnLst/>
            <a:rect l="l" t="t" r="r" b="b"/>
            <a:pathLst>
              <a:path w="1684833" h="1684833">
                <a:moveTo>
                  <a:pt x="0" y="0"/>
                </a:moveTo>
                <a:lnTo>
                  <a:pt x="1684833" y="0"/>
                </a:lnTo>
                <a:lnTo>
                  <a:pt x="1684833" y="1684833"/>
                </a:lnTo>
                <a:lnTo>
                  <a:pt x="0" y="16848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38232" y="4278548"/>
            <a:ext cx="1270492" cy="1910515"/>
          </a:xfrm>
          <a:custGeom>
            <a:avLst/>
            <a:gdLst/>
            <a:ahLst/>
            <a:cxnLst/>
            <a:rect l="l" t="t" r="r" b="b"/>
            <a:pathLst>
              <a:path w="1270492" h="1910515">
                <a:moveTo>
                  <a:pt x="0" y="0"/>
                </a:moveTo>
                <a:lnTo>
                  <a:pt x="1270492" y="0"/>
                </a:lnTo>
                <a:lnTo>
                  <a:pt x="1270492" y="1910515"/>
                </a:lnTo>
                <a:lnTo>
                  <a:pt x="0" y="1910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400000">
            <a:off x="6521173" y="1911628"/>
            <a:ext cx="6308438" cy="6605694"/>
          </a:xfrm>
          <a:custGeom>
            <a:avLst/>
            <a:gdLst/>
            <a:ahLst/>
            <a:cxnLst/>
            <a:rect l="l" t="t" r="r" b="b"/>
            <a:pathLst>
              <a:path w="6308438" h="6605694">
                <a:moveTo>
                  <a:pt x="0" y="0"/>
                </a:moveTo>
                <a:lnTo>
                  <a:pt x="6308438" y="0"/>
                </a:lnTo>
                <a:lnTo>
                  <a:pt x="6308438" y="6605694"/>
                </a:lnTo>
                <a:lnTo>
                  <a:pt x="0" y="6605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144000" y="4733529"/>
            <a:ext cx="2263992" cy="1031977"/>
            <a:chOff x="0" y="0"/>
            <a:chExt cx="1389854" cy="6335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9854" cy="633526"/>
            </a:xfrm>
            <a:custGeom>
              <a:avLst/>
              <a:gdLst/>
              <a:ahLst/>
              <a:cxnLst/>
              <a:rect l="l" t="t" r="r" b="b"/>
              <a:pathLst>
                <a:path w="1389854" h="633526">
                  <a:moveTo>
                    <a:pt x="174399" y="0"/>
                  </a:moveTo>
                  <a:lnTo>
                    <a:pt x="1215455" y="0"/>
                  </a:lnTo>
                  <a:cubicBezTo>
                    <a:pt x="1261708" y="0"/>
                    <a:pt x="1306067" y="18374"/>
                    <a:pt x="1338773" y="51080"/>
                  </a:cubicBezTo>
                  <a:cubicBezTo>
                    <a:pt x="1371480" y="83786"/>
                    <a:pt x="1389854" y="128146"/>
                    <a:pt x="1389854" y="174399"/>
                  </a:cubicBezTo>
                  <a:lnTo>
                    <a:pt x="1389854" y="459127"/>
                  </a:lnTo>
                  <a:cubicBezTo>
                    <a:pt x="1389854" y="555445"/>
                    <a:pt x="1311773" y="633526"/>
                    <a:pt x="1215455" y="633526"/>
                  </a:cubicBezTo>
                  <a:lnTo>
                    <a:pt x="174399" y="633526"/>
                  </a:lnTo>
                  <a:cubicBezTo>
                    <a:pt x="78081" y="633526"/>
                    <a:pt x="0" y="555445"/>
                    <a:pt x="0" y="459127"/>
                  </a:cubicBezTo>
                  <a:lnTo>
                    <a:pt x="0" y="174399"/>
                  </a:lnTo>
                  <a:cubicBezTo>
                    <a:pt x="0" y="78081"/>
                    <a:pt x="78081" y="0"/>
                    <a:pt x="174399" y="0"/>
                  </a:cubicBez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389854" cy="690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50202" y="4741843"/>
            <a:ext cx="2250714" cy="1014099"/>
            <a:chOff x="0" y="0"/>
            <a:chExt cx="1381702" cy="6225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1702" cy="622551"/>
            </a:xfrm>
            <a:custGeom>
              <a:avLst/>
              <a:gdLst/>
              <a:ahLst/>
              <a:cxnLst/>
              <a:rect l="l" t="t" r="r" b="b"/>
              <a:pathLst>
                <a:path w="1381702" h="622551">
                  <a:moveTo>
                    <a:pt x="175428" y="0"/>
                  </a:moveTo>
                  <a:lnTo>
                    <a:pt x="1206275" y="0"/>
                  </a:lnTo>
                  <a:cubicBezTo>
                    <a:pt x="1303161" y="0"/>
                    <a:pt x="1381702" y="78542"/>
                    <a:pt x="1381702" y="175428"/>
                  </a:cubicBezTo>
                  <a:lnTo>
                    <a:pt x="1381702" y="447123"/>
                  </a:lnTo>
                  <a:cubicBezTo>
                    <a:pt x="1381702" y="544009"/>
                    <a:pt x="1303161" y="622551"/>
                    <a:pt x="1206275" y="622551"/>
                  </a:cubicBezTo>
                  <a:lnTo>
                    <a:pt x="175428" y="622551"/>
                  </a:lnTo>
                  <a:cubicBezTo>
                    <a:pt x="78542" y="622551"/>
                    <a:pt x="0" y="544009"/>
                    <a:pt x="0" y="447123"/>
                  </a:cubicBezTo>
                  <a:lnTo>
                    <a:pt x="0" y="175428"/>
                  </a:lnTo>
                  <a:cubicBezTo>
                    <a:pt x="0" y="78542"/>
                    <a:pt x="78542" y="0"/>
                    <a:pt x="175428" y="0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381702" cy="679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797651" y="1372167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848553" y="1420098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797651" y="7405252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848553" y="7456155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797651" y="3380018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848553" y="3430920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8"/>
                </a:lnTo>
                <a:lnTo>
                  <a:pt x="0" y="1410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797651" y="5398725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848553" y="5445332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8"/>
                </a:lnTo>
                <a:lnTo>
                  <a:pt x="0" y="1410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5400000">
            <a:off x="4341923" y="4419664"/>
            <a:ext cx="2269891" cy="1520827"/>
          </a:xfrm>
          <a:custGeom>
            <a:avLst/>
            <a:gdLst/>
            <a:ahLst/>
            <a:cxnLst/>
            <a:rect l="l" t="t" r="r" b="b"/>
            <a:pathLst>
              <a:path w="2269891" h="1520827">
                <a:moveTo>
                  <a:pt x="0" y="0"/>
                </a:moveTo>
                <a:lnTo>
                  <a:pt x="2269890" y="0"/>
                </a:lnTo>
                <a:lnTo>
                  <a:pt x="2269890" y="1520827"/>
                </a:lnTo>
                <a:lnTo>
                  <a:pt x="0" y="15208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44965" y="3466064"/>
            <a:ext cx="1414959" cy="1513325"/>
          </a:xfrm>
          <a:custGeom>
            <a:avLst/>
            <a:gdLst/>
            <a:ahLst/>
            <a:cxnLst/>
            <a:rect l="l" t="t" r="r" b="b"/>
            <a:pathLst>
              <a:path w="1414959" h="1513325">
                <a:moveTo>
                  <a:pt x="0" y="0"/>
                </a:moveTo>
                <a:lnTo>
                  <a:pt x="1414958" y="0"/>
                </a:lnTo>
                <a:lnTo>
                  <a:pt x="1414958" y="1513325"/>
                </a:lnTo>
                <a:lnTo>
                  <a:pt x="0" y="15133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 flipV="1">
            <a:off x="13444965" y="5449562"/>
            <a:ext cx="1414959" cy="1513325"/>
          </a:xfrm>
          <a:custGeom>
            <a:avLst/>
            <a:gdLst/>
            <a:ahLst/>
            <a:cxnLst/>
            <a:rect l="l" t="t" r="r" b="b"/>
            <a:pathLst>
              <a:path w="1414959" h="1513325">
                <a:moveTo>
                  <a:pt x="0" y="1513325"/>
                </a:moveTo>
                <a:lnTo>
                  <a:pt x="1414958" y="1513325"/>
                </a:lnTo>
                <a:lnTo>
                  <a:pt x="1414958" y="0"/>
                </a:lnTo>
                <a:lnTo>
                  <a:pt x="0" y="0"/>
                </a:lnTo>
                <a:lnTo>
                  <a:pt x="0" y="151332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3" name="Freeform 23"/>
          <p:cNvSpPr/>
          <p:nvPr/>
        </p:nvSpPr>
        <p:spPr>
          <a:xfrm>
            <a:off x="13444965" y="5114111"/>
            <a:ext cx="1724931" cy="284614"/>
          </a:xfrm>
          <a:custGeom>
            <a:avLst/>
            <a:gdLst/>
            <a:ahLst/>
            <a:cxnLst/>
            <a:rect l="l" t="t" r="r" b="b"/>
            <a:pathLst>
              <a:path w="1724931" h="284614">
                <a:moveTo>
                  <a:pt x="0" y="0"/>
                </a:moveTo>
                <a:lnTo>
                  <a:pt x="1724930" y="0"/>
                </a:lnTo>
                <a:lnTo>
                  <a:pt x="1724930" y="284614"/>
                </a:lnTo>
                <a:lnTo>
                  <a:pt x="0" y="2846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10727063" y="4522981"/>
            <a:ext cx="680929" cy="657096"/>
          </a:xfrm>
          <a:custGeom>
            <a:avLst/>
            <a:gdLst/>
            <a:ahLst/>
            <a:cxnLst/>
            <a:rect l="l" t="t" r="r" b="b"/>
            <a:pathLst>
              <a:path w="680929" h="657096">
                <a:moveTo>
                  <a:pt x="0" y="0"/>
                </a:moveTo>
                <a:lnTo>
                  <a:pt x="680929" y="0"/>
                </a:lnTo>
                <a:lnTo>
                  <a:pt x="680929" y="657097"/>
                </a:lnTo>
                <a:lnTo>
                  <a:pt x="0" y="657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6372545" y="2830845"/>
            <a:ext cx="1121230" cy="5012565"/>
            <a:chOff x="0" y="0"/>
            <a:chExt cx="463961" cy="20741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3961" cy="2074184"/>
            </a:xfrm>
            <a:custGeom>
              <a:avLst/>
              <a:gdLst/>
              <a:ahLst/>
              <a:cxnLst/>
              <a:rect l="l" t="t" r="r" b="b"/>
              <a:pathLst>
                <a:path w="463961" h="2074184">
                  <a:moveTo>
                    <a:pt x="231981" y="0"/>
                  </a:moveTo>
                  <a:cubicBezTo>
                    <a:pt x="103861" y="0"/>
                    <a:pt x="0" y="464322"/>
                    <a:pt x="0" y="1037092"/>
                  </a:cubicBezTo>
                  <a:cubicBezTo>
                    <a:pt x="0" y="1609862"/>
                    <a:pt x="103861" y="2074184"/>
                    <a:pt x="231981" y="2074184"/>
                  </a:cubicBezTo>
                  <a:cubicBezTo>
                    <a:pt x="360100" y="2074184"/>
                    <a:pt x="463961" y="1609862"/>
                    <a:pt x="463961" y="1037092"/>
                  </a:cubicBezTo>
                  <a:cubicBezTo>
                    <a:pt x="463961" y="464322"/>
                    <a:pt x="360100" y="0"/>
                    <a:pt x="23198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43496" y="137305"/>
              <a:ext cx="376969" cy="1742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422577" y="4891425"/>
            <a:ext cx="1705965" cy="675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368" spc="-135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ATEDA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146" y="2050731"/>
            <a:ext cx="215473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Calificaciones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65765" y="3605379"/>
            <a:ext cx="1615426" cy="61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%</a:t>
            </a:r>
          </a:p>
          <a:p>
            <a:pPr algn="ctr">
              <a:lnSpc>
                <a:spcPts val="2323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Asistencia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0146" y="5735561"/>
            <a:ext cx="1982658" cy="68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Informe Conductual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87693" y="1548233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38595" y="1596164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87693" y="7581318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38595" y="7632221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287693" y="3556084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338595" y="3606986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8"/>
                </a:lnTo>
                <a:lnTo>
                  <a:pt x="0" y="1410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287693" y="5574791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338595" y="5621399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692492" y="1828345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Observación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92492" y="3836196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Atención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92492" y="5845799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Revisión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92492" y="7855402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Intervención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0095" y="5129857"/>
            <a:ext cx="6407781" cy="5611101"/>
            <a:chOff x="0" y="0"/>
            <a:chExt cx="1687646" cy="14778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7646" cy="1477821"/>
            </a:xfrm>
            <a:custGeom>
              <a:avLst/>
              <a:gdLst/>
              <a:ahLst/>
              <a:cxnLst/>
              <a:rect l="l" t="t" r="r" b="b"/>
              <a:pathLst>
                <a:path w="1687646" h="1477821">
                  <a:moveTo>
                    <a:pt x="0" y="0"/>
                  </a:moveTo>
                  <a:lnTo>
                    <a:pt x="1687646" y="0"/>
                  </a:lnTo>
                  <a:lnTo>
                    <a:pt x="1687646" y="1477821"/>
                  </a:lnTo>
                  <a:lnTo>
                    <a:pt x="0" y="1477821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7646" cy="1515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27843" y="5143500"/>
            <a:ext cx="6490228" cy="5363547"/>
            <a:chOff x="0" y="0"/>
            <a:chExt cx="1709360" cy="14126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09360" cy="1412622"/>
            </a:xfrm>
            <a:custGeom>
              <a:avLst/>
              <a:gdLst/>
              <a:ahLst/>
              <a:cxnLst/>
              <a:rect l="l" t="t" r="r" b="b"/>
              <a:pathLst>
                <a:path w="1709360" h="1412622">
                  <a:moveTo>
                    <a:pt x="0" y="0"/>
                  </a:moveTo>
                  <a:lnTo>
                    <a:pt x="1709360" y="0"/>
                  </a:lnTo>
                  <a:lnTo>
                    <a:pt x="1709360" y="1412622"/>
                  </a:lnTo>
                  <a:lnTo>
                    <a:pt x="0" y="1412622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09360" cy="1450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67686" y="-1030300"/>
            <a:ext cx="6160157" cy="616015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r="-50375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6624697" y="454189"/>
            <a:ext cx="1364229" cy="1595589"/>
          </a:xfrm>
          <a:custGeom>
            <a:avLst/>
            <a:gdLst/>
            <a:ahLst/>
            <a:cxnLst/>
            <a:rect l="l" t="t" r="r" b="b"/>
            <a:pathLst>
              <a:path w="1364229" h="1595589">
                <a:moveTo>
                  <a:pt x="0" y="0"/>
                </a:moveTo>
                <a:lnTo>
                  <a:pt x="1364229" y="0"/>
                </a:lnTo>
                <a:lnTo>
                  <a:pt x="1364229" y="1595590"/>
                </a:lnTo>
                <a:lnTo>
                  <a:pt x="0" y="1595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718393" y="2049779"/>
            <a:ext cx="1720792" cy="2641734"/>
          </a:xfrm>
          <a:custGeom>
            <a:avLst/>
            <a:gdLst/>
            <a:ahLst/>
            <a:cxnLst/>
            <a:rect l="l" t="t" r="r" b="b"/>
            <a:pathLst>
              <a:path w="1720792" h="2641734">
                <a:moveTo>
                  <a:pt x="0" y="0"/>
                </a:moveTo>
                <a:lnTo>
                  <a:pt x="1720792" y="0"/>
                </a:lnTo>
                <a:lnTo>
                  <a:pt x="1720792" y="2641733"/>
                </a:lnTo>
                <a:lnTo>
                  <a:pt x="0" y="264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615" b="-10568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333265" y="5106467"/>
            <a:ext cx="3429000" cy="5143500"/>
          </a:xfrm>
          <a:custGeom>
            <a:avLst/>
            <a:gdLst/>
            <a:ahLst/>
            <a:cxnLst/>
            <a:rect l="l" t="t" r="r" b="b"/>
            <a:pathLst>
              <a:path w="3429000" h="5143500">
                <a:moveTo>
                  <a:pt x="0" y="0"/>
                </a:moveTo>
                <a:lnTo>
                  <a:pt x="3429000" y="0"/>
                </a:lnTo>
                <a:lnTo>
                  <a:pt x="3429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867290" y="6124285"/>
            <a:ext cx="4496088" cy="313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Profesores</a:t>
            </a:r>
          </a:p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Dirección</a:t>
            </a:r>
          </a:p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UTP</a:t>
            </a:r>
          </a:p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Apoderados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8021" y="6259351"/>
            <a:ext cx="4491645" cy="741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79"/>
              </a:lnSpc>
            </a:pPr>
            <a:r>
              <a:rPr lang="en-US" sz="4599" b="1">
                <a:solidFill>
                  <a:srgbClr val="D8D8D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Psicopedagogía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9488" y="700356"/>
            <a:ext cx="3536300" cy="90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5"/>
              </a:lnSpc>
            </a:pPr>
            <a:r>
              <a:rPr lang="en-US" sz="549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1°Básico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019175"/>
            <a:ext cx="4022584" cy="301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656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Contexto, usuarios e intereses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94360" y="3191117"/>
            <a:ext cx="3008601" cy="90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5"/>
              </a:lnSpc>
            </a:pPr>
            <a:r>
              <a:rPr lang="en-US" sz="549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IV Medio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45497" y="7573442"/>
            <a:ext cx="1876693" cy="1749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81"/>
              </a:lnSpc>
            </a:pPr>
            <a:r>
              <a:rPr lang="en-US" sz="10832" b="1">
                <a:solidFill>
                  <a:srgbClr val="D8D8D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49180" y="9145835"/>
            <a:ext cx="16410120" cy="0"/>
          </a:xfrm>
          <a:prstGeom prst="line">
            <a:avLst/>
          </a:prstGeom>
          <a:ln w="47625" cap="flat">
            <a:solidFill>
              <a:srgbClr val="001E32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3" name="Group 3"/>
          <p:cNvGrpSpPr/>
          <p:nvPr/>
        </p:nvGrpSpPr>
        <p:grpSpPr>
          <a:xfrm>
            <a:off x="3020027" y="9033369"/>
            <a:ext cx="224931" cy="224931"/>
            <a:chOff x="0" y="0"/>
            <a:chExt cx="739177" cy="7391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39568" y="9033369"/>
            <a:ext cx="224931" cy="224931"/>
            <a:chOff x="0" y="0"/>
            <a:chExt cx="739177" cy="7391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81279" y="9033369"/>
            <a:ext cx="224931" cy="224931"/>
            <a:chOff x="0" y="0"/>
            <a:chExt cx="739177" cy="7391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60969" y="9033369"/>
            <a:ext cx="224931" cy="224931"/>
            <a:chOff x="0" y="0"/>
            <a:chExt cx="739177" cy="7391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03323" y="4508832"/>
            <a:ext cx="2622486" cy="4267921"/>
            <a:chOff x="0" y="0"/>
            <a:chExt cx="417505" cy="6794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40790" y="4508832"/>
            <a:ext cx="2622486" cy="4267921"/>
            <a:chOff x="0" y="0"/>
            <a:chExt cx="417505" cy="6794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82501" y="4508832"/>
            <a:ext cx="2622486" cy="4267921"/>
            <a:chOff x="0" y="0"/>
            <a:chExt cx="417505" cy="67946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862191" y="4457660"/>
            <a:ext cx="2622486" cy="4267921"/>
            <a:chOff x="0" y="0"/>
            <a:chExt cx="417505" cy="6794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2368735" y="2661298"/>
            <a:ext cx="1491663" cy="1491663"/>
          </a:xfrm>
          <a:custGeom>
            <a:avLst/>
            <a:gdLst/>
            <a:ahLst/>
            <a:cxnLst/>
            <a:rect l="l" t="t" r="r" b="b"/>
            <a:pathLst>
              <a:path w="1491663" h="1491663">
                <a:moveTo>
                  <a:pt x="0" y="0"/>
                </a:moveTo>
                <a:lnTo>
                  <a:pt x="1491662" y="0"/>
                </a:lnTo>
                <a:lnTo>
                  <a:pt x="1491662" y="1491662"/>
                </a:lnTo>
                <a:lnTo>
                  <a:pt x="0" y="1491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432306" y="2661298"/>
            <a:ext cx="1439455" cy="1491663"/>
          </a:xfrm>
          <a:custGeom>
            <a:avLst/>
            <a:gdLst/>
            <a:ahLst/>
            <a:cxnLst/>
            <a:rect l="l" t="t" r="r" b="b"/>
            <a:pathLst>
              <a:path w="1439455" h="1491663">
                <a:moveTo>
                  <a:pt x="0" y="0"/>
                </a:moveTo>
                <a:lnTo>
                  <a:pt x="1439454" y="0"/>
                </a:lnTo>
                <a:lnTo>
                  <a:pt x="1439454" y="1491662"/>
                </a:lnTo>
                <a:lnTo>
                  <a:pt x="0" y="1491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416836" y="2661298"/>
            <a:ext cx="1553815" cy="1491663"/>
          </a:xfrm>
          <a:custGeom>
            <a:avLst/>
            <a:gdLst/>
            <a:ahLst/>
            <a:cxnLst/>
            <a:rect l="l" t="t" r="r" b="b"/>
            <a:pathLst>
              <a:path w="1553815" h="1491663">
                <a:moveTo>
                  <a:pt x="0" y="0"/>
                </a:moveTo>
                <a:lnTo>
                  <a:pt x="1553816" y="0"/>
                </a:lnTo>
                <a:lnTo>
                  <a:pt x="1553816" y="1491662"/>
                </a:lnTo>
                <a:lnTo>
                  <a:pt x="0" y="1491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14060" y="2661298"/>
            <a:ext cx="1118747" cy="1491663"/>
          </a:xfrm>
          <a:custGeom>
            <a:avLst/>
            <a:gdLst/>
            <a:ahLst/>
            <a:cxnLst/>
            <a:rect l="l" t="t" r="r" b="b"/>
            <a:pathLst>
              <a:path w="1118747" h="1491663">
                <a:moveTo>
                  <a:pt x="0" y="0"/>
                </a:moveTo>
                <a:lnTo>
                  <a:pt x="1118748" y="0"/>
                </a:lnTo>
                <a:lnTo>
                  <a:pt x="1118748" y="1491662"/>
                </a:lnTo>
                <a:lnTo>
                  <a:pt x="0" y="14916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400276" y="887166"/>
            <a:ext cx="15487447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51"/>
              </a:lnSpc>
            </a:pPr>
            <a:r>
              <a:rPr lang="en-US" sz="8399" spc="-260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Competencias del perfil de egreso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09414" y="5502488"/>
            <a:ext cx="2046156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Gestión de proyectos informáticos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128955" y="5502488"/>
            <a:ext cx="2046156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Construir modelos de datos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170666" y="5502488"/>
            <a:ext cx="2046156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 una solución de software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077186" y="5778713"/>
            <a:ext cx="2192496" cy="108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 de Certificación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45807" y="-184725"/>
            <a:ext cx="5341044" cy="10656449"/>
            <a:chOff x="0" y="0"/>
            <a:chExt cx="7121392" cy="1420859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2715" t="9851" r="57292" b="834"/>
            <a:stretch>
              <a:fillRect/>
            </a:stretch>
          </p:blipFill>
          <p:spPr>
            <a:xfrm>
              <a:off x="0" y="0"/>
              <a:ext cx="7121392" cy="1420859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3729141" y="-169713"/>
            <a:ext cx="8591691" cy="10656449"/>
            <a:chOff x="0" y="0"/>
            <a:chExt cx="11455588" cy="14208599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33418" r="12563"/>
            <a:stretch>
              <a:fillRect/>
            </a:stretch>
          </p:blipFill>
          <p:spPr>
            <a:xfrm>
              <a:off x="0" y="0"/>
              <a:ext cx="11455588" cy="14208599"/>
            </a:xfrm>
            <a:prstGeom prst="rect">
              <a:avLst/>
            </a:prstGeom>
          </p:spPr>
        </p:pic>
      </p:grpSp>
      <p:sp>
        <p:nvSpPr>
          <p:cNvPr id="6" name="Freeform 6"/>
          <p:cNvSpPr/>
          <p:nvPr/>
        </p:nvSpPr>
        <p:spPr>
          <a:xfrm>
            <a:off x="9613097" y="3410670"/>
            <a:ext cx="2782543" cy="2868601"/>
          </a:xfrm>
          <a:custGeom>
            <a:avLst/>
            <a:gdLst/>
            <a:ahLst/>
            <a:cxnLst/>
            <a:rect l="l" t="t" r="r" b="b"/>
            <a:pathLst>
              <a:path w="2782543" h="2868601">
                <a:moveTo>
                  <a:pt x="0" y="0"/>
                </a:moveTo>
                <a:lnTo>
                  <a:pt x="2782544" y="0"/>
                </a:lnTo>
                <a:lnTo>
                  <a:pt x="2782544" y="2868602"/>
                </a:lnTo>
                <a:lnTo>
                  <a:pt x="0" y="28686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09155" y="7063965"/>
            <a:ext cx="1889197" cy="1889197"/>
          </a:xfrm>
          <a:custGeom>
            <a:avLst/>
            <a:gdLst/>
            <a:ahLst/>
            <a:cxnLst/>
            <a:rect l="l" t="t" r="r" b="b"/>
            <a:pathLst>
              <a:path w="1889197" h="1889197">
                <a:moveTo>
                  <a:pt x="0" y="0"/>
                </a:moveTo>
                <a:lnTo>
                  <a:pt x="1889197" y="0"/>
                </a:lnTo>
                <a:lnTo>
                  <a:pt x="1889197" y="1889197"/>
                </a:lnTo>
                <a:lnTo>
                  <a:pt x="0" y="1889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004369" y="7063965"/>
            <a:ext cx="1889197" cy="1889197"/>
          </a:xfrm>
          <a:custGeom>
            <a:avLst/>
            <a:gdLst/>
            <a:ahLst/>
            <a:cxnLst/>
            <a:rect l="l" t="t" r="r" b="b"/>
            <a:pathLst>
              <a:path w="1889197" h="1889197">
                <a:moveTo>
                  <a:pt x="0" y="0"/>
                </a:moveTo>
                <a:lnTo>
                  <a:pt x="1889197" y="0"/>
                </a:lnTo>
                <a:lnTo>
                  <a:pt x="1889197" y="1889197"/>
                </a:lnTo>
                <a:lnTo>
                  <a:pt x="0" y="1889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7269899" y="8027613"/>
            <a:ext cx="3362923" cy="0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triangle" w="lg" len="med"/>
            <a:tailEnd type="triangle" w="lg" len="med"/>
          </a:ln>
        </p:spPr>
      </p:sp>
      <p:sp>
        <p:nvSpPr>
          <p:cNvPr id="10" name="Freeform 10"/>
          <p:cNvSpPr/>
          <p:nvPr/>
        </p:nvSpPr>
        <p:spPr>
          <a:xfrm>
            <a:off x="5139677" y="542069"/>
            <a:ext cx="2481340" cy="2868601"/>
          </a:xfrm>
          <a:custGeom>
            <a:avLst/>
            <a:gdLst/>
            <a:ahLst/>
            <a:cxnLst/>
            <a:rect l="l" t="t" r="r" b="b"/>
            <a:pathLst>
              <a:path w="2481340" h="2868601">
                <a:moveTo>
                  <a:pt x="0" y="0"/>
                </a:moveTo>
                <a:lnTo>
                  <a:pt x="2481341" y="0"/>
                </a:lnTo>
                <a:lnTo>
                  <a:pt x="2481341" y="2868601"/>
                </a:lnTo>
                <a:lnTo>
                  <a:pt x="0" y="28686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18768" y="1383600"/>
            <a:ext cx="4428108" cy="124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87"/>
              </a:lnSpc>
            </a:pPr>
            <a:r>
              <a:rPr lang="en-US" sz="4648" spc="-144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División de un sistema complejo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39677" y="4827400"/>
            <a:ext cx="3930182" cy="74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91"/>
              </a:lnSpc>
            </a:pPr>
            <a:r>
              <a:rPr lang="en-US" sz="5525" spc="-171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Priorización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95237" y="9305925"/>
            <a:ext cx="3532144" cy="54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43"/>
              </a:lnSpc>
            </a:pPr>
            <a:r>
              <a:rPr lang="en-US" sz="3925" spc="-121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Documentación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82896" y="9305925"/>
            <a:ext cx="3532144" cy="54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43"/>
              </a:lnSpc>
            </a:pPr>
            <a:r>
              <a:rPr lang="en-US" sz="3925" spc="-121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Implementación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534076"/>
            <a:ext cx="5375116" cy="5431728"/>
          </a:xfrm>
          <a:custGeom>
            <a:avLst/>
            <a:gdLst/>
            <a:ahLst/>
            <a:cxnLst/>
            <a:rect l="l" t="t" r="r" b="b"/>
            <a:pathLst>
              <a:path w="5375116" h="5431728">
                <a:moveTo>
                  <a:pt x="0" y="0"/>
                </a:moveTo>
                <a:lnTo>
                  <a:pt x="5375116" y="0"/>
                </a:lnTo>
                <a:lnTo>
                  <a:pt x="5375116" y="5431728"/>
                </a:lnTo>
                <a:lnTo>
                  <a:pt x="0" y="5431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086" b="-8612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660596" y="-669510"/>
            <a:ext cx="6999403" cy="12024073"/>
            <a:chOff x="0" y="0"/>
            <a:chExt cx="1843464" cy="31668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3464" cy="3166834"/>
            </a:xfrm>
            <a:custGeom>
              <a:avLst/>
              <a:gdLst/>
              <a:ahLst/>
              <a:cxnLst/>
              <a:rect l="l" t="t" r="r" b="b"/>
              <a:pathLst>
                <a:path w="1843464" h="3166834">
                  <a:moveTo>
                    <a:pt x="0" y="0"/>
                  </a:moveTo>
                  <a:lnTo>
                    <a:pt x="1843464" y="0"/>
                  </a:lnTo>
                  <a:lnTo>
                    <a:pt x="1843464" y="3166834"/>
                  </a:lnTo>
                  <a:lnTo>
                    <a:pt x="0" y="3166834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843464" cy="3223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58928" y="3211601"/>
            <a:ext cx="2146555" cy="1931899"/>
          </a:xfrm>
          <a:custGeom>
            <a:avLst/>
            <a:gdLst/>
            <a:ahLst/>
            <a:cxnLst/>
            <a:rect l="l" t="t" r="r" b="b"/>
            <a:pathLst>
              <a:path w="2146555" h="1931899">
                <a:moveTo>
                  <a:pt x="0" y="0"/>
                </a:moveTo>
                <a:lnTo>
                  <a:pt x="2146555" y="0"/>
                </a:lnTo>
                <a:lnTo>
                  <a:pt x="2146555" y="1931899"/>
                </a:lnTo>
                <a:lnTo>
                  <a:pt x="0" y="1931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62277" y="4430513"/>
            <a:ext cx="2146555" cy="1931899"/>
          </a:xfrm>
          <a:custGeom>
            <a:avLst/>
            <a:gdLst/>
            <a:ahLst/>
            <a:cxnLst/>
            <a:rect l="l" t="t" r="r" b="b"/>
            <a:pathLst>
              <a:path w="2146555" h="1931899">
                <a:moveTo>
                  <a:pt x="0" y="0"/>
                </a:moveTo>
                <a:lnTo>
                  <a:pt x="2146555" y="0"/>
                </a:lnTo>
                <a:lnTo>
                  <a:pt x="2146555" y="1931900"/>
                </a:lnTo>
                <a:lnTo>
                  <a:pt x="0" y="1931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500207" y="5695950"/>
            <a:ext cx="2146555" cy="1931899"/>
          </a:xfrm>
          <a:custGeom>
            <a:avLst/>
            <a:gdLst/>
            <a:ahLst/>
            <a:cxnLst/>
            <a:rect l="l" t="t" r="r" b="b"/>
            <a:pathLst>
              <a:path w="2146555" h="1931899">
                <a:moveTo>
                  <a:pt x="0" y="0"/>
                </a:moveTo>
                <a:lnTo>
                  <a:pt x="2146555" y="0"/>
                </a:lnTo>
                <a:lnTo>
                  <a:pt x="2146555" y="1931899"/>
                </a:lnTo>
                <a:lnTo>
                  <a:pt x="0" y="1931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56500" y="1905606"/>
            <a:ext cx="4156364" cy="4114800"/>
          </a:xfrm>
          <a:custGeom>
            <a:avLst/>
            <a:gdLst/>
            <a:ahLst/>
            <a:cxnLst/>
            <a:rect l="l" t="t" r="r" b="b"/>
            <a:pathLst>
              <a:path w="4156364" h="4114800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152525"/>
            <a:ext cx="7133577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51"/>
              </a:lnSpc>
              <a:spcBef>
                <a:spcPct val="0"/>
              </a:spcBef>
            </a:pPr>
            <a:r>
              <a:rPr lang="en-US" sz="8399" spc="-260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Metodología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72596" y="631060"/>
            <a:ext cx="3342807" cy="202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Iterativo </a:t>
            </a:r>
          </a:p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</a:t>
            </a:r>
          </a:p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Incremental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70996" y="7323559"/>
            <a:ext cx="2727372" cy="1430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790"/>
              </a:lnSpc>
              <a:spcBef>
                <a:spcPct val="0"/>
              </a:spcBef>
            </a:pPr>
            <a:r>
              <a:rPr lang="en-US" sz="10476" spc="-324">
                <a:solidFill>
                  <a:srgbClr val="D8D8D8"/>
                </a:solidFill>
                <a:latin typeface="Poly"/>
                <a:ea typeface="Poly"/>
                <a:cs typeface="Poly"/>
                <a:sym typeface="Poly"/>
              </a:rPr>
              <a:t>EDT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4151" y="7910195"/>
            <a:ext cx="3342807" cy="134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Modulos funcionales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08832" y="4263275"/>
            <a:ext cx="421810" cy="80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69"/>
              </a:lnSpc>
              <a:spcBef>
                <a:spcPct val="0"/>
              </a:spcBef>
            </a:pPr>
            <a:r>
              <a:rPr lang="en-US" sz="5892" spc="-18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85148" y="5446448"/>
            <a:ext cx="421810" cy="80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69"/>
              </a:lnSpc>
              <a:spcBef>
                <a:spcPct val="0"/>
              </a:spcBef>
            </a:pPr>
            <a:r>
              <a:rPr lang="en-US" sz="5892" spc="-18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06958" y="6824357"/>
            <a:ext cx="421810" cy="80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69"/>
              </a:lnSpc>
              <a:spcBef>
                <a:spcPct val="0"/>
              </a:spcBef>
            </a:pPr>
            <a:r>
              <a:rPr lang="en-US" sz="5892" spc="-18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1641" y="212599"/>
            <a:ext cx="10501334" cy="3127712"/>
            <a:chOff x="0" y="0"/>
            <a:chExt cx="2765783" cy="823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65783" cy="823760"/>
            </a:xfrm>
            <a:custGeom>
              <a:avLst/>
              <a:gdLst/>
              <a:ahLst/>
              <a:cxnLst/>
              <a:rect l="l" t="t" r="r" b="b"/>
              <a:pathLst>
                <a:path w="2765783" h="823760">
                  <a:moveTo>
                    <a:pt x="10321" y="0"/>
                  </a:moveTo>
                  <a:lnTo>
                    <a:pt x="2755462" y="0"/>
                  </a:lnTo>
                  <a:cubicBezTo>
                    <a:pt x="2761162" y="0"/>
                    <a:pt x="2765783" y="4621"/>
                    <a:pt x="2765783" y="10321"/>
                  </a:cubicBezTo>
                  <a:lnTo>
                    <a:pt x="2765783" y="813438"/>
                  </a:lnTo>
                  <a:cubicBezTo>
                    <a:pt x="2765783" y="819139"/>
                    <a:pt x="2761162" y="823760"/>
                    <a:pt x="2755462" y="823760"/>
                  </a:cubicBezTo>
                  <a:lnTo>
                    <a:pt x="10321" y="823760"/>
                  </a:lnTo>
                  <a:cubicBezTo>
                    <a:pt x="4621" y="823760"/>
                    <a:pt x="0" y="819139"/>
                    <a:pt x="0" y="813438"/>
                  </a:cubicBezTo>
                  <a:lnTo>
                    <a:pt x="0" y="10321"/>
                  </a:lnTo>
                  <a:cubicBezTo>
                    <a:pt x="0" y="4621"/>
                    <a:pt x="4621" y="0"/>
                    <a:pt x="103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28575" cap="sq">
              <a:solidFill>
                <a:srgbClr val="ADADA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65783" cy="880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045687" y="1162533"/>
            <a:ext cx="1597184" cy="1825353"/>
          </a:xfrm>
          <a:custGeom>
            <a:avLst/>
            <a:gdLst/>
            <a:ahLst/>
            <a:cxnLst/>
            <a:rect l="l" t="t" r="r" b="b"/>
            <a:pathLst>
              <a:path w="1597184" h="1825353">
                <a:moveTo>
                  <a:pt x="0" y="0"/>
                </a:moveTo>
                <a:lnTo>
                  <a:pt x="1597184" y="0"/>
                </a:lnTo>
                <a:lnTo>
                  <a:pt x="1597184" y="1825353"/>
                </a:lnTo>
                <a:lnTo>
                  <a:pt x="0" y="1825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120176" y="1162533"/>
            <a:ext cx="1560677" cy="1825353"/>
          </a:xfrm>
          <a:custGeom>
            <a:avLst/>
            <a:gdLst/>
            <a:ahLst/>
            <a:cxnLst/>
            <a:rect l="l" t="t" r="r" b="b"/>
            <a:pathLst>
              <a:path w="1560677" h="1825353">
                <a:moveTo>
                  <a:pt x="0" y="0"/>
                </a:moveTo>
                <a:lnTo>
                  <a:pt x="1560678" y="0"/>
                </a:lnTo>
                <a:lnTo>
                  <a:pt x="1560678" y="1825353"/>
                </a:lnTo>
                <a:lnTo>
                  <a:pt x="0" y="1825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57229" y="1186982"/>
            <a:ext cx="1800904" cy="1800904"/>
          </a:xfrm>
          <a:custGeom>
            <a:avLst/>
            <a:gdLst/>
            <a:ahLst/>
            <a:cxnLst/>
            <a:rect l="l" t="t" r="r" b="b"/>
            <a:pathLst>
              <a:path w="1800904" h="1800904">
                <a:moveTo>
                  <a:pt x="0" y="0"/>
                </a:moveTo>
                <a:lnTo>
                  <a:pt x="1800904" y="0"/>
                </a:lnTo>
                <a:lnTo>
                  <a:pt x="1800904" y="1800904"/>
                </a:lnTo>
                <a:lnTo>
                  <a:pt x="0" y="1800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01641" y="3579644"/>
            <a:ext cx="10501334" cy="3127712"/>
            <a:chOff x="0" y="0"/>
            <a:chExt cx="2765783" cy="823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65783" cy="823760"/>
            </a:xfrm>
            <a:custGeom>
              <a:avLst/>
              <a:gdLst/>
              <a:ahLst/>
              <a:cxnLst/>
              <a:rect l="l" t="t" r="r" b="b"/>
              <a:pathLst>
                <a:path w="2765783" h="823760">
                  <a:moveTo>
                    <a:pt x="10321" y="0"/>
                  </a:moveTo>
                  <a:lnTo>
                    <a:pt x="2755462" y="0"/>
                  </a:lnTo>
                  <a:cubicBezTo>
                    <a:pt x="2761162" y="0"/>
                    <a:pt x="2765783" y="4621"/>
                    <a:pt x="2765783" y="10321"/>
                  </a:cubicBezTo>
                  <a:lnTo>
                    <a:pt x="2765783" y="813438"/>
                  </a:lnTo>
                  <a:cubicBezTo>
                    <a:pt x="2765783" y="819139"/>
                    <a:pt x="2761162" y="823760"/>
                    <a:pt x="2755462" y="823760"/>
                  </a:cubicBezTo>
                  <a:lnTo>
                    <a:pt x="10321" y="823760"/>
                  </a:lnTo>
                  <a:cubicBezTo>
                    <a:pt x="4621" y="823760"/>
                    <a:pt x="0" y="819139"/>
                    <a:pt x="0" y="813438"/>
                  </a:cubicBezTo>
                  <a:lnTo>
                    <a:pt x="0" y="10321"/>
                  </a:lnTo>
                  <a:cubicBezTo>
                    <a:pt x="0" y="4621"/>
                    <a:pt x="4621" y="0"/>
                    <a:pt x="103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28575" cap="sq">
              <a:solidFill>
                <a:srgbClr val="ADADAD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765783" cy="880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451239" y="4055605"/>
            <a:ext cx="2029862" cy="2114439"/>
          </a:xfrm>
          <a:custGeom>
            <a:avLst/>
            <a:gdLst/>
            <a:ahLst/>
            <a:cxnLst/>
            <a:rect l="l" t="t" r="r" b="b"/>
            <a:pathLst>
              <a:path w="2029862" h="2114439">
                <a:moveTo>
                  <a:pt x="0" y="0"/>
                </a:moveTo>
                <a:lnTo>
                  <a:pt x="2029861" y="0"/>
                </a:lnTo>
                <a:lnTo>
                  <a:pt x="2029861" y="2114439"/>
                </a:lnTo>
                <a:lnTo>
                  <a:pt x="0" y="2114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01641" y="6946689"/>
            <a:ext cx="10501334" cy="3127712"/>
            <a:chOff x="0" y="0"/>
            <a:chExt cx="2765783" cy="823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65783" cy="823760"/>
            </a:xfrm>
            <a:custGeom>
              <a:avLst/>
              <a:gdLst/>
              <a:ahLst/>
              <a:cxnLst/>
              <a:rect l="l" t="t" r="r" b="b"/>
              <a:pathLst>
                <a:path w="2765783" h="823760">
                  <a:moveTo>
                    <a:pt x="10321" y="0"/>
                  </a:moveTo>
                  <a:lnTo>
                    <a:pt x="2755462" y="0"/>
                  </a:lnTo>
                  <a:cubicBezTo>
                    <a:pt x="2761162" y="0"/>
                    <a:pt x="2765783" y="4621"/>
                    <a:pt x="2765783" y="10321"/>
                  </a:cubicBezTo>
                  <a:lnTo>
                    <a:pt x="2765783" y="813438"/>
                  </a:lnTo>
                  <a:cubicBezTo>
                    <a:pt x="2765783" y="819139"/>
                    <a:pt x="2761162" y="823760"/>
                    <a:pt x="2755462" y="823760"/>
                  </a:cubicBezTo>
                  <a:lnTo>
                    <a:pt x="10321" y="823760"/>
                  </a:lnTo>
                  <a:cubicBezTo>
                    <a:pt x="4621" y="823760"/>
                    <a:pt x="0" y="819139"/>
                    <a:pt x="0" y="813438"/>
                  </a:cubicBezTo>
                  <a:lnTo>
                    <a:pt x="0" y="10321"/>
                  </a:lnTo>
                  <a:cubicBezTo>
                    <a:pt x="0" y="4621"/>
                    <a:pt x="4621" y="0"/>
                    <a:pt x="1032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28575" cap="sq">
              <a:solidFill>
                <a:srgbClr val="ADADAD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765783" cy="880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5120176" y="7486031"/>
            <a:ext cx="5066381" cy="2049029"/>
          </a:xfrm>
          <a:custGeom>
            <a:avLst/>
            <a:gdLst/>
            <a:ahLst/>
            <a:cxnLst/>
            <a:rect l="l" t="t" r="r" b="b"/>
            <a:pathLst>
              <a:path w="5066381" h="2049029">
                <a:moveTo>
                  <a:pt x="0" y="0"/>
                </a:moveTo>
                <a:lnTo>
                  <a:pt x="5066382" y="0"/>
                </a:lnTo>
                <a:lnTo>
                  <a:pt x="5066382" y="2049029"/>
                </a:lnTo>
                <a:lnTo>
                  <a:pt x="0" y="20490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553" t="-10470" r="-14577" b="-10470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54525" y="7363159"/>
            <a:ext cx="2791778" cy="2294771"/>
          </a:xfrm>
          <a:custGeom>
            <a:avLst/>
            <a:gdLst/>
            <a:ahLst/>
            <a:cxnLst/>
            <a:rect l="l" t="t" r="r" b="b"/>
            <a:pathLst>
              <a:path w="2791778" h="2294771">
                <a:moveTo>
                  <a:pt x="0" y="0"/>
                </a:moveTo>
                <a:lnTo>
                  <a:pt x="2791779" y="0"/>
                </a:lnTo>
                <a:lnTo>
                  <a:pt x="2791779" y="2294772"/>
                </a:lnTo>
                <a:lnTo>
                  <a:pt x="0" y="22947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0470" b="-10470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55481" y="4111836"/>
            <a:ext cx="2087390" cy="2080763"/>
          </a:xfrm>
          <a:custGeom>
            <a:avLst/>
            <a:gdLst/>
            <a:ahLst/>
            <a:cxnLst/>
            <a:rect l="l" t="t" r="r" b="b"/>
            <a:pathLst>
              <a:path w="2087390" h="2080763">
                <a:moveTo>
                  <a:pt x="0" y="0"/>
                </a:moveTo>
                <a:lnTo>
                  <a:pt x="2087390" y="0"/>
                </a:lnTo>
                <a:lnTo>
                  <a:pt x="2087390" y="2080763"/>
                </a:lnTo>
                <a:lnTo>
                  <a:pt x="0" y="20807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11645899" y="1987422"/>
            <a:ext cx="6425981" cy="6329591"/>
          </a:xfrm>
          <a:custGeom>
            <a:avLst/>
            <a:gdLst/>
            <a:ahLst/>
            <a:cxnLst/>
            <a:rect l="l" t="t" r="r" b="b"/>
            <a:pathLst>
              <a:path w="6425981" h="6329591">
                <a:moveTo>
                  <a:pt x="0" y="0"/>
                </a:moveTo>
                <a:lnTo>
                  <a:pt x="6425981" y="0"/>
                </a:lnTo>
                <a:lnTo>
                  <a:pt x="6425981" y="6329591"/>
                </a:lnTo>
                <a:lnTo>
                  <a:pt x="0" y="63295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895267" y="4737494"/>
            <a:ext cx="4010496" cy="93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22"/>
              </a:lnSpc>
            </a:pPr>
            <a:r>
              <a:rPr lang="en-US" sz="6818" b="1" spc="-211">
                <a:solidFill>
                  <a:srgbClr val="1A1A1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+  Express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47938" y="572211"/>
            <a:ext cx="1192682" cy="49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2"/>
              </a:lnSpc>
            </a:pPr>
            <a:r>
              <a:rPr lang="en-US" sz="3662" b="1" spc="-113">
                <a:solidFill>
                  <a:srgbClr val="1A1A1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HTML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04174" y="572211"/>
            <a:ext cx="1192682" cy="49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2"/>
              </a:lnSpc>
            </a:pPr>
            <a:r>
              <a:rPr lang="en-US" sz="3662" b="1" spc="-113">
                <a:solidFill>
                  <a:srgbClr val="1A1A1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61340" y="549524"/>
            <a:ext cx="1192682" cy="49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2"/>
              </a:lnSpc>
            </a:pPr>
            <a:r>
              <a:rPr lang="en-US" sz="3662" b="1" spc="-113">
                <a:solidFill>
                  <a:srgbClr val="1A1A1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JS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84511" y="4918804"/>
            <a:ext cx="1348757" cy="445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95"/>
              </a:lnSpc>
            </a:pPr>
            <a:r>
              <a:rPr lang="en-US" sz="3296" b="1" spc="-102">
                <a:solidFill>
                  <a:srgbClr val="1A4D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ATEDA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10723" y="-192481"/>
            <a:ext cx="9910837" cy="10671962"/>
            <a:chOff x="0" y="0"/>
            <a:chExt cx="13214449" cy="14229282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9121" r="19121"/>
            <a:stretch>
              <a:fillRect/>
            </a:stretch>
          </p:blipFill>
          <p:spPr>
            <a:xfrm>
              <a:off x="0" y="0"/>
              <a:ext cx="13214449" cy="14229282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57034" y="1697132"/>
            <a:ext cx="8553677" cy="798641"/>
            <a:chOff x="0" y="0"/>
            <a:chExt cx="2252820" cy="2103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7034" y="2636358"/>
            <a:ext cx="8553677" cy="798641"/>
            <a:chOff x="0" y="0"/>
            <a:chExt cx="2252820" cy="2103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57034" y="3577873"/>
            <a:ext cx="8553677" cy="798641"/>
            <a:chOff x="0" y="0"/>
            <a:chExt cx="2252820" cy="2103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7034" y="4518734"/>
            <a:ext cx="8553677" cy="798641"/>
            <a:chOff x="0" y="0"/>
            <a:chExt cx="2252820" cy="2103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57034" y="5457296"/>
            <a:ext cx="8553677" cy="798641"/>
            <a:chOff x="0" y="0"/>
            <a:chExt cx="2252820" cy="2103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7034" y="6395858"/>
            <a:ext cx="8553677" cy="798641"/>
            <a:chOff x="0" y="0"/>
            <a:chExt cx="2252820" cy="2103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57034" y="7346899"/>
            <a:ext cx="8553677" cy="798641"/>
            <a:chOff x="0" y="0"/>
            <a:chExt cx="2252820" cy="2103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57034" y="8297939"/>
            <a:ext cx="8553677" cy="798641"/>
            <a:chOff x="0" y="0"/>
            <a:chExt cx="2252820" cy="2103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57034" y="9248980"/>
            <a:ext cx="8553677" cy="798641"/>
            <a:chOff x="0" y="0"/>
            <a:chExt cx="2252820" cy="2103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24605" y="307140"/>
            <a:ext cx="5762154" cy="96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4"/>
              </a:lnSpc>
            </a:pPr>
            <a:r>
              <a:rPr lang="en-US" sz="625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Plan de Trabajo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05801" y="1678082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05801" y="2617308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8375" y="1843801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Definición del proyecto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8375" y="2783028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Planificación y elaboración de la EDT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05801" y="3558823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8375" y="3724543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Diseño técnico del sistema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05801" y="4511912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8375" y="4665404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Definición de protocolos y casos ficticios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05801" y="5450725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8375" y="5603966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Construcción de la aplicación base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05801" y="6389287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8375" y="6542528"/>
            <a:ext cx="66092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Carga, validación y almacenamiento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647163" y="4608165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8375" y="7493569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Implementación de alertas y seguimiento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7647163" y="5686648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8375" y="8444609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Calibración y Pruebas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7647163" y="6765132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58375" y="9395650"/>
            <a:ext cx="66092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Despliegue y documentación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05801" y="7261086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07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05801" y="8347701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905801" y="9287080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58076" y="453196"/>
            <a:ext cx="3371848" cy="828913"/>
          </a:xfrm>
          <a:custGeom>
            <a:avLst/>
            <a:gdLst/>
            <a:ahLst/>
            <a:cxnLst/>
            <a:rect l="l" t="t" r="r" b="b"/>
            <a:pathLst>
              <a:path w="3371848" h="828913">
                <a:moveTo>
                  <a:pt x="0" y="0"/>
                </a:moveTo>
                <a:lnTo>
                  <a:pt x="3371848" y="0"/>
                </a:lnTo>
                <a:lnTo>
                  <a:pt x="3371848" y="828912"/>
                </a:lnTo>
                <a:lnTo>
                  <a:pt x="0" y="828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43774" y="6301500"/>
            <a:ext cx="2955921" cy="2113483"/>
          </a:xfrm>
          <a:custGeom>
            <a:avLst/>
            <a:gdLst/>
            <a:ahLst/>
            <a:cxnLst/>
            <a:rect l="l" t="t" r="r" b="b"/>
            <a:pathLst>
              <a:path w="2955921" h="2113483">
                <a:moveTo>
                  <a:pt x="0" y="0"/>
                </a:moveTo>
                <a:lnTo>
                  <a:pt x="2955920" y="0"/>
                </a:lnTo>
                <a:lnTo>
                  <a:pt x="2955920" y="2113483"/>
                </a:lnTo>
                <a:lnTo>
                  <a:pt x="0" y="2113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91729" y="2626647"/>
            <a:ext cx="5504542" cy="411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3478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Proyecto portafolio de título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5960" y="1576427"/>
            <a:ext cx="5876081" cy="321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2744" spc="181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INSTITUTO PROFESIONAL DUOC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64770" y="2082613"/>
            <a:ext cx="2358461" cy="24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2088" spc="137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SEDE ALAMEDA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72378" y="5515333"/>
            <a:ext cx="9971396" cy="3742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47"/>
              </a:lnSpc>
            </a:pPr>
            <a:r>
              <a:rPr lang="en-US" sz="12848" spc="899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Video de Avance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36023" y="3486089"/>
            <a:ext cx="3815953" cy="148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33"/>
              </a:lnSpc>
              <a:spcBef>
                <a:spcPct val="0"/>
              </a:spcBef>
            </a:pPr>
            <a:r>
              <a:rPr lang="en-US" sz="8666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ATEDA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Personalizado</PresentationFormat>
  <Paragraphs>84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Calibri</vt:lpstr>
      <vt:lpstr>Arial</vt:lpstr>
      <vt:lpstr>Glacial Indifference Bold</vt:lpstr>
      <vt:lpstr>Glacial Indifference</vt:lpstr>
      <vt:lpstr>Poly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ATEDA - Presentación 2</dc:title>
  <cp:lastModifiedBy>BENJAMIN . TAPIA VERGARA</cp:lastModifiedBy>
  <cp:revision>1</cp:revision>
  <dcterms:created xsi:type="dcterms:W3CDTF">2006-08-16T00:00:00Z</dcterms:created>
  <dcterms:modified xsi:type="dcterms:W3CDTF">2026-10-19T05:18:57Z</dcterms:modified>
  <dc:identifier>DAHYZy_f3zc</dc:identifier>
</cp:coreProperties>
</file>